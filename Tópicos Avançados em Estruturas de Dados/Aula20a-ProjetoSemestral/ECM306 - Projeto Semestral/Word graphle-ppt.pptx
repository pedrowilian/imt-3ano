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6" Type="http://schemas.openxmlformats.org/officeDocument/2006/relationships/image" Target="../media/image33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6" Type="http://schemas.openxmlformats.org/officeDocument/2006/relationships/image" Target="../media/image33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E71F1A-B0F7-46AF-9276-7F069D3F220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CA13AB-3176-4AB7-9DAA-AD55600983A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wordgraphle/</a:t>
          </a:r>
          <a:endParaRPr lang="en-US"/>
        </a:p>
      </dgm:t>
    </dgm:pt>
    <dgm:pt modelId="{00F479B9-DB3F-4D07-9CA2-07EFA983897C}" type="parTrans" cxnId="{9E86C508-6275-49A1-B8A6-19C9274C4700}">
      <dgm:prSet/>
      <dgm:spPr/>
      <dgm:t>
        <a:bodyPr/>
        <a:lstStyle/>
        <a:p>
          <a:endParaRPr lang="en-US"/>
        </a:p>
      </dgm:t>
    </dgm:pt>
    <dgm:pt modelId="{F473C52E-50F2-42F7-AD62-CE16E5AC4494}" type="sibTrans" cxnId="{9E86C508-6275-49A1-B8A6-19C9274C4700}">
      <dgm:prSet/>
      <dgm:spPr/>
      <dgm:t>
        <a:bodyPr/>
        <a:lstStyle/>
        <a:p>
          <a:endParaRPr lang="en-US"/>
        </a:p>
      </dgm:t>
    </dgm:pt>
    <dgm:pt modelId="{63AF321B-B740-494B-A548-532ED231F08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├── model/          # Modelos de dados (Dictionary, Feedback, Constraints)</a:t>
          </a:r>
          <a:endParaRPr lang="en-US"/>
        </a:p>
      </dgm:t>
    </dgm:pt>
    <dgm:pt modelId="{94B631FE-7E47-4753-9865-149F548D8096}" type="parTrans" cxnId="{7EEDE2FA-C418-4B1D-9CEE-A1A8050F9390}">
      <dgm:prSet/>
      <dgm:spPr/>
      <dgm:t>
        <a:bodyPr/>
        <a:lstStyle/>
        <a:p>
          <a:endParaRPr lang="en-US"/>
        </a:p>
      </dgm:t>
    </dgm:pt>
    <dgm:pt modelId="{39250900-6679-467A-BC62-7AF200500A7B}" type="sibTrans" cxnId="{7EEDE2FA-C418-4B1D-9CEE-A1A8050F9390}">
      <dgm:prSet/>
      <dgm:spPr/>
      <dgm:t>
        <a:bodyPr/>
        <a:lstStyle/>
        <a:p>
          <a:endParaRPr lang="en-US"/>
        </a:p>
      </dgm:t>
    </dgm:pt>
    <dgm:pt modelId="{1E1CBA11-DF36-45E3-82B3-FCA3BDC15C5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├── engine/         # Motor do jogo (GameEngine)</a:t>
          </a:r>
          <a:endParaRPr lang="en-US"/>
        </a:p>
      </dgm:t>
    </dgm:pt>
    <dgm:pt modelId="{EF51451F-F254-4E2A-BFB1-F23EF0A22A27}" type="parTrans" cxnId="{4DB6E673-9599-4B21-82DB-C9CF378439AA}">
      <dgm:prSet/>
      <dgm:spPr/>
      <dgm:t>
        <a:bodyPr/>
        <a:lstStyle/>
        <a:p>
          <a:endParaRPr lang="en-US"/>
        </a:p>
      </dgm:t>
    </dgm:pt>
    <dgm:pt modelId="{D207B8C1-DE67-439F-BDD0-E7A52034AC2F}" type="sibTrans" cxnId="{4DB6E673-9599-4B21-82DB-C9CF378439AA}">
      <dgm:prSet/>
      <dgm:spPr/>
      <dgm:t>
        <a:bodyPr/>
        <a:lstStyle/>
        <a:p>
          <a:endParaRPr lang="en-US"/>
        </a:p>
      </dgm:t>
    </dgm:pt>
    <dgm:pt modelId="{1D6C2615-257D-47E2-857A-D70D146CDDF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├── graph/          # Modelo de grafo (GraphModel)</a:t>
          </a:r>
          <a:endParaRPr lang="en-US"/>
        </a:p>
      </dgm:t>
    </dgm:pt>
    <dgm:pt modelId="{85901D2E-3348-43F9-8E6C-A2801B83E2D1}" type="parTrans" cxnId="{345A4BCE-397D-4DF1-96CB-215AD5C418D2}">
      <dgm:prSet/>
      <dgm:spPr/>
      <dgm:t>
        <a:bodyPr/>
        <a:lstStyle/>
        <a:p>
          <a:endParaRPr lang="en-US"/>
        </a:p>
      </dgm:t>
    </dgm:pt>
    <dgm:pt modelId="{66CB1A7B-22FB-46BE-B7CF-0CFC0BFCF05A}" type="sibTrans" cxnId="{345A4BCE-397D-4DF1-96CB-215AD5C418D2}">
      <dgm:prSet/>
      <dgm:spPr/>
      <dgm:t>
        <a:bodyPr/>
        <a:lstStyle/>
        <a:p>
          <a:endParaRPr lang="en-US"/>
        </a:p>
      </dgm:t>
    </dgm:pt>
    <dgm:pt modelId="{EB087D44-DD65-4B27-AE08-8B84CCEB785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├── solver/         # Algoritmos de sugestão (Solver)</a:t>
          </a:r>
          <a:endParaRPr lang="en-US"/>
        </a:p>
      </dgm:t>
    </dgm:pt>
    <dgm:pt modelId="{A07FC237-20EB-4A14-BB30-D1BFBFFE021C}" type="parTrans" cxnId="{8F7DFB6D-CDC6-4ED6-86A1-67E7A2E1C931}">
      <dgm:prSet/>
      <dgm:spPr/>
      <dgm:t>
        <a:bodyPr/>
        <a:lstStyle/>
        <a:p>
          <a:endParaRPr lang="en-US"/>
        </a:p>
      </dgm:t>
    </dgm:pt>
    <dgm:pt modelId="{B28551A8-38FA-44A2-B76E-4354CCFF22F9}" type="sibTrans" cxnId="{8F7DFB6D-CDC6-4ED6-86A1-67E7A2E1C931}">
      <dgm:prSet/>
      <dgm:spPr/>
      <dgm:t>
        <a:bodyPr/>
        <a:lstStyle/>
        <a:p>
          <a:endParaRPr lang="en-US"/>
        </a:p>
      </dgm:t>
    </dgm:pt>
    <dgm:pt modelId="{4086BC0B-5660-4E33-AE59-6B6162EA3B1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├── ui/             # Interface gráfica (WordGraphleFrame, GraphPanel)</a:t>
          </a:r>
          <a:endParaRPr lang="en-US"/>
        </a:p>
      </dgm:t>
    </dgm:pt>
    <dgm:pt modelId="{FBB31ACC-1D4A-40D3-8231-ED1BAFA61A3D}" type="parTrans" cxnId="{E2AA13AA-DAEB-4E42-94A0-D013737EBA11}">
      <dgm:prSet/>
      <dgm:spPr/>
      <dgm:t>
        <a:bodyPr/>
        <a:lstStyle/>
        <a:p>
          <a:endParaRPr lang="en-US"/>
        </a:p>
      </dgm:t>
    </dgm:pt>
    <dgm:pt modelId="{1246ACF5-CE8C-4D8D-AC36-5CFBEE9852A3}" type="sibTrans" cxnId="{E2AA13AA-DAEB-4E42-94A0-D013737EBA11}">
      <dgm:prSet/>
      <dgm:spPr/>
      <dgm:t>
        <a:bodyPr/>
        <a:lstStyle/>
        <a:p>
          <a:endParaRPr lang="en-US"/>
        </a:p>
      </dgm:t>
    </dgm:pt>
    <dgm:pt modelId="{F597A908-AF28-46F8-99E4-8F2AFD78FFF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└── WordGraphleApp  # Classe principal</a:t>
          </a:r>
          <a:endParaRPr lang="en-US"/>
        </a:p>
      </dgm:t>
    </dgm:pt>
    <dgm:pt modelId="{9EBDFE80-E986-4990-931B-BB4BA383013C}" type="parTrans" cxnId="{A9EC68D7-7A9A-4199-A716-B32826264FF7}">
      <dgm:prSet/>
      <dgm:spPr/>
      <dgm:t>
        <a:bodyPr/>
        <a:lstStyle/>
        <a:p>
          <a:endParaRPr lang="en-US"/>
        </a:p>
      </dgm:t>
    </dgm:pt>
    <dgm:pt modelId="{C1E94C11-568A-4F92-B72F-7023C39B66C4}" type="sibTrans" cxnId="{A9EC68D7-7A9A-4199-A716-B32826264FF7}">
      <dgm:prSet/>
      <dgm:spPr/>
      <dgm:t>
        <a:bodyPr/>
        <a:lstStyle/>
        <a:p>
          <a:endParaRPr lang="en-US"/>
        </a:p>
      </dgm:t>
    </dgm:pt>
    <dgm:pt modelId="{DF07E94A-D6C5-4F38-B925-95A2CCDD6FF9}" type="pres">
      <dgm:prSet presAssocID="{90E71F1A-B0F7-46AF-9276-7F069D3F2200}" presName="root" presStyleCnt="0">
        <dgm:presLayoutVars>
          <dgm:dir/>
          <dgm:resizeHandles val="exact"/>
        </dgm:presLayoutVars>
      </dgm:prSet>
      <dgm:spPr/>
    </dgm:pt>
    <dgm:pt modelId="{4194FE9A-5766-44CA-BC94-35CEE2E8A141}" type="pres">
      <dgm:prSet presAssocID="{65CA13AB-3176-4AB7-9DAA-AD55600983A4}" presName="compNode" presStyleCnt="0"/>
      <dgm:spPr/>
    </dgm:pt>
    <dgm:pt modelId="{362492F3-DAEF-4AC3-89D5-5320C434C707}" type="pres">
      <dgm:prSet presAssocID="{65CA13AB-3176-4AB7-9DAA-AD55600983A4}" presName="bgRect" presStyleLbl="bgShp" presStyleIdx="0" presStyleCnt="7"/>
      <dgm:spPr/>
    </dgm:pt>
    <dgm:pt modelId="{2118E4A8-3A47-4839-BF7C-9477E4681C7B}" type="pres">
      <dgm:prSet presAssocID="{65CA13AB-3176-4AB7-9DAA-AD55600983A4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lões"/>
        </a:ext>
      </dgm:extLst>
    </dgm:pt>
    <dgm:pt modelId="{8C3550F4-8471-451A-A5DF-DC551104A409}" type="pres">
      <dgm:prSet presAssocID="{65CA13AB-3176-4AB7-9DAA-AD55600983A4}" presName="spaceRect" presStyleCnt="0"/>
      <dgm:spPr/>
    </dgm:pt>
    <dgm:pt modelId="{6392803E-E026-4014-8622-0EDAE39E8465}" type="pres">
      <dgm:prSet presAssocID="{65CA13AB-3176-4AB7-9DAA-AD55600983A4}" presName="parTx" presStyleLbl="revTx" presStyleIdx="0" presStyleCnt="7">
        <dgm:presLayoutVars>
          <dgm:chMax val="0"/>
          <dgm:chPref val="0"/>
        </dgm:presLayoutVars>
      </dgm:prSet>
      <dgm:spPr/>
    </dgm:pt>
    <dgm:pt modelId="{09C80FE1-688D-4FDF-8B01-6F9EA2994A94}" type="pres">
      <dgm:prSet presAssocID="{F473C52E-50F2-42F7-AD62-CE16E5AC4494}" presName="sibTrans" presStyleCnt="0"/>
      <dgm:spPr/>
    </dgm:pt>
    <dgm:pt modelId="{E2E474ED-263F-4BD3-8F37-415E09F3B77E}" type="pres">
      <dgm:prSet presAssocID="{63AF321B-B740-494B-A548-532ED231F081}" presName="compNode" presStyleCnt="0"/>
      <dgm:spPr/>
    </dgm:pt>
    <dgm:pt modelId="{3B6AB8BC-3FF4-4A94-98A8-1F28D6326901}" type="pres">
      <dgm:prSet presAssocID="{63AF321B-B740-494B-A548-532ED231F081}" presName="bgRect" presStyleLbl="bgShp" presStyleIdx="1" presStyleCnt="7"/>
      <dgm:spPr/>
    </dgm:pt>
    <dgm:pt modelId="{706C1667-8FCE-41B3-ADEE-8D7ABF3FB4AF}" type="pres">
      <dgm:prSet presAssocID="{63AF321B-B740-494B-A548-532ED231F081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ela"/>
        </a:ext>
      </dgm:extLst>
    </dgm:pt>
    <dgm:pt modelId="{21E5EED8-366E-4385-B80B-398AA76B6389}" type="pres">
      <dgm:prSet presAssocID="{63AF321B-B740-494B-A548-532ED231F081}" presName="spaceRect" presStyleCnt="0"/>
      <dgm:spPr/>
    </dgm:pt>
    <dgm:pt modelId="{75E26392-379C-4398-99EB-6E1FE33A48E2}" type="pres">
      <dgm:prSet presAssocID="{63AF321B-B740-494B-A548-532ED231F081}" presName="parTx" presStyleLbl="revTx" presStyleIdx="1" presStyleCnt="7">
        <dgm:presLayoutVars>
          <dgm:chMax val="0"/>
          <dgm:chPref val="0"/>
        </dgm:presLayoutVars>
      </dgm:prSet>
      <dgm:spPr/>
    </dgm:pt>
    <dgm:pt modelId="{6A8C9CD5-8479-4F5C-9A44-D00F1C521BA9}" type="pres">
      <dgm:prSet presAssocID="{39250900-6679-467A-BC62-7AF200500A7B}" presName="sibTrans" presStyleCnt="0"/>
      <dgm:spPr/>
    </dgm:pt>
    <dgm:pt modelId="{9D9A9C5F-9A76-488B-9E28-72ED201FD983}" type="pres">
      <dgm:prSet presAssocID="{1E1CBA11-DF36-45E3-82B3-FCA3BDC15C53}" presName="compNode" presStyleCnt="0"/>
      <dgm:spPr/>
    </dgm:pt>
    <dgm:pt modelId="{974A6AA5-95CD-4393-A9A3-26DA181D8492}" type="pres">
      <dgm:prSet presAssocID="{1E1CBA11-DF36-45E3-82B3-FCA3BDC15C53}" presName="bgRect" presStyleLbl="bgShp" presStyleIdx="2" presStyleCnt="7"/>
      <dgm:spPr/>
    </dgm:pt>
    <dgm:pt modelId="{2A49F3CD-8EE0-4933-8FB7-FEA5F23B66FB}" type="pres">
      <dgm:prSet presAssocID="{1E1CBA11-DF36-45E3-82B3-FCA3BDC15C53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t Air Balloon"/>
        </a:ext>
      </dgm:extLst>
    </dgm:pt>
    <dgm:pt modelId="{38610593-58EB-4DBB-ACAE-E417CB8D5455}" type="pres">
      <dgm:prSet presAssocID="{1E1CBA11-DF36-45E3-82B3-FCA3BDC15C53}" presName="spaceRect" presStyleCnt="0"/>
      <dgm:spPr/>
    </dgm:pt>
    <dgm:pt modelId="{818FE1A3-54E0-4502-A0B2-757BCC17BFE3}" type="pres">
      <dgm:prSet presAssocID="{1E1CBA11-DF36-45E3-82B3-FCA3BDC15C53}" presName="parTx" presStyleLbl="revTx" presStyleIdx="2" presStyleCnt="7">
        <dgm:presLayoutVars>
          <dgm:chMax val="0"/>
          <dgm:chPref val="0"/>
        </dgm:presLayoutVars>
      </dgm:prSet>
      <dgm:spPr/>
    </dgm:pt>
    <dgm:pt modelId="{8AEE2FC9-551F-4E75-8099-2372392F08AD}" type="pres">
      <dgm:prSet presAssocID="{D207B8C1-DE67-439F-BDD0-E7A52034AC2F}" presName="sibTrans" presStyleCnt="0"/>
      <dgm:spPr/>
    </dgm:pt>
    <dgm:pt modelId="{81F333E6-BCB8-4FDB-B115-3A20015B31B8}" type="pres">
      <dgm:prSet presAssocID="{1D6C2615-257D-47E2-857A-D70D146CDDF7}" presName="compNode" presStyleCnt="0"/>
      <dgm:spPr/>
    </dgm:pt>
    <dgm:pt modelId="{F639549F-45A2-41C1-B337-FB08198BF5A6}" type="pres">
      <dgm:prSet presAssocID="{1D6C2615-257D-47E2-857A-D70D146CDDF7}" presName="bgRect" presStyleLbl="bgShp" presStyleIdx="3" presStyleCnt="7"/>
      <dgm:spPr/>
    </dgm:pt>
    <dgm:pt modelId="{E8D508DA-F351-4F8D-93E3-D46CC450D571}" type="pres">
      <dgm:prSet presAssocID="{1D6C2615-257D-47E2-857A-D70D146CDDF7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2F2D4C34-CA6A-4E42-A2ED-5B6EE1C961C1}" type="pres">
      <dgm:prSet presAssocID="{1D6C2615-257D-47E2-857A-D70D146CDDF7}" presName="spaceRect" presStyleCnt="0"/>
      <dgm:spPr/>
    </dgm:pt>
    <dgm:pt modelId="{4C3AABB4-487A-4296-93D7-7D1966B8B625}" type="pres">
      <dgm:prSet presAssocID="{1D6C2615-257D-47E2-857A-D70D146CDDF7}" presName="parTx" presStyleLbl="revTx" presStyleIdx="3" presStyleCnt="7">
        <dgm:presLayoutVars>
          <dgm:chMax val="0"/>
          <dgm:chPref val="0"/>
        </dgm:presLayoutVars>
      </dgm:prSet>
      <dgm:spPr/>
    </dgm:pt>
    <dgm:pt modelId="{834C0EEF-1264-42D7-8BAE-76F86EA2079E}" type="pres">
      <dgm:prSet presAssocID="{66CB1A7B-22FB-46BE-B7CF-0CFC0BFCF05A}" presName="sibTrans" presStyleCnt="0"/>
      <dgm:spPr/>
    </dgm:pt>
    <dgm:pt modelId="{FF602DD0-611B-4A1D-BD61-30093FDD6D19}" type="pres">
      <dgm:prSet presAssocID="{EB087D44-DD65-4B27-AE08-8B84CCEB7858}" presName="compNode" presStyleCnt="0"/>
      <dgm:spPr/>
    </dgm:pt>
    <dgm:pt modelId="{1DAEF99D-6D35-4345-9088-0A66ABC7096B}" type="pres">
      <dgm:prSet presAssocID="{EB087D44-DD65-4B27-AE08-8B84CCEB7858}" presName="bgRect" presStyleLbl="bgShp" presStyleIdx="4" presStyleCnt="7"/>
      <dgm:spPr/>
    </dgm:pt>
    <dgm:pt modelId="{CFFDFB59-EE05-4E89-9D5E-91BDB3A51BA8}" type="pres">
      <dgm:prSet presAssocID="{EB087D44-DD65-4B27-AE08-8B84CCEB7858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D4BACD9C-57A1-4A24-802D-75ABF31BBD8F}" type="pres">
      <dgm:prSet presAssocID="{EB087D44-DD65-4B27-AE08-8B84CCEB7858}" presName="spaceRect" presStyleCnt="0"/>
      <dgm:spPr/>
    </dgm:pt>
    <dgm:pt modelId="{6E15576E-E850-4A2A-9A55-78CD330DC925}" type="pres">
      <dgm:prSet presAssocID="{EB087D44-DD65-4B27-AE08-8B84CCEB7858}" presName="parTx" presStyleLbl="revTx" presStyleIdx="4" presStyleCnt="7">
        <dgm:presLayoutVars>
          <dgm:chMax val="0"/>
          <dgm:chPref val="0"/>
        </dgm:presLayoutVars>
      </dgm:prSet>
      <dgm:spPr/>
    </dgm:pt>
    <dgm:pt modelId="{71E4F84A-F51A-416F-8A84-CC2168D9AFB7}" type="pres">
      <dgm:prSet presAssocID="{B28551A8-38FA-44A2-B76E-4354CCFF22F9}" presName="sibTrans" presStyleCnt="0"/>
      <dgm:spPr/>
    </dgm:pt>
    <dgm:pt modelId="{7AD92881-3408-47E4-A6AA-FDD9FADEC5F5}" type="pres">
      <dgm:prSet presAssocID="{4086BC0B-5660-4E33-AE59-6B6162EA3B1D}" presName="compNode" presStyleCnt="0"/>
      <dgm:spPr/>
    </dgm:pt>
    <dgm:pt modelId="{13090E3F-7924-4817-A6AB-202E5F43DF98}" type="pres">
      <dgm:prSet presAssocID="{4086BC0B-5660-4E33-AE59-6B6162EA3B1D}" presName="bgRect" presStyleLbl="bgShp" presStyleIdx="5" presStyleCnt="7"/>
      <dgm:spPr/>
    </dgm:pt>
    <dgm:pt modelId="{DFE47478-6078-4FA6-8B97-E859024365AC}" type="pres">
      <dgm:prSet presAssocID="{4086BC0B-5660-4E33-AE59-6B6162EA3B1D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741D623-A8BF-4164-9C14-C7F16A89AF4A}" type="pres">
      <dgm:prSet presAssocID="{4086BC0B-5660-4E33-AE59-6B6162EA3B1D}" presName="spaceRect" presStyleCnt="0"/>
      <dgm:spPr/>
    </dgm:pt>
    <dgm:pt modelId="{2B7C80B8-BF3F-4E46-AF41-8A1870932B91}" type="pres">
      <dgm:prSet presAssocID="{4086BC0B-5660-4E33-AE59-6B6162EA3B1D}" presName="parTx" presStyleLbl="revTx" presStyleIdx="5" presStyleCnt="7">
        <dgm:presLayoutVars>
          <dgm:chMax val="0"/>
          <dgm:chPref val="0"/>
        </dgm:presLayoutVars>
      </dgm:prSet>
      <dgm:spPr/>
    </dgm:pt>
    <dgm:pt modelId="{9F28AF7A-8629-4196-B02D-EDCBDC1B8BCD}" type="pres">
      <dgm:prSet presAssocID="{1246ACF5-CE8C-4D8D-AC36-5CFBEE9852A3}" presName="sibTrans" presStyleCnt="0"/>
      <dgm:spPr/>
    </dgm:pt>
    <dgm:pt modelId="{DCB73C5F-C3BA-472E-A767-465A0228F6FA}" type="pres">
      <dgm:prSet presAssocID="{F597A908-AF28-46F8-99E4-8F2AFD78FFFA}" presName="compNode" presStyleCnt="0"/>
      <dgm:spPr/>
    </dgm:pt>
    <dgm:pt modelId="{3DC42CD7-4797-48C6-AF5C-43D2589CB5B1}" type="pres">
      <dgm:prSet presAssocID="{F597A908-AF28-46F8-99E4-8F2AFD78FFFA}" presName="bgRect" presStyleLbl="bgShp" presStyleIdx="6" presStyleCnt="7"/>
      <dgm:spPr/>
    </dgm:pt>
    <dgm:pt modelId="{D310200E-3219-4FD7-9AAD-EF2040053036}" type="pres">
      <dgm:prSet presAssocID="{F597A908-AF28-46F8-99E4-8F2AFD78FFFA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98CD59F4-AE58-477A-B9A6-F05FCF6F9201}" type="pres">
      <dgm:prSet presAssocID="{F597A908-AF28-46F8-99E4-8F2AFD78FFFA}" presName="spaceRect" presStyleCnt="0"/>
      <dgm:spPr/>
    </dgm:pt>
    <dgm:pt modelId="{59A45A24-FDD7-4368-AA8D-7917C6F83CF0}" type="pres">
      <dgm:prSet presAssocID="{F597A908-AF28-46F8-99E4-8F2AFD78FFFA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9E86C508-6275-49A1-B8A6-19C9274C4700}" srcId="{90E71F1A-B0F7-46AF-9276-7F069D3F2200}" destId="{65CA13AB-3176-4AB7-9DAA-AD55600983A4}" srcOrd="0" destOrd="0" parTransId="{00F479B9-DB3F-4D07-9CA2-07EFA983897C}" sibTransId="{F473C52E-50F2-42F7-AD62-CE16E5AC4494}"/>
    <dgm:cxn modelId="{548DEC0D-9C4F-4802-9F2A-54E7529F4050}" type="presOf" srcId="{65CA13AB-3176-4AB7-9DAA-AD55600983A4}" destId="{6392803E-E026-4014-8622-0EDAE39E8465}" srcOrd="0" destOrd="0" presId="urn:microsoft.com/office/officeart/2018/2/layout/IconVerticalSolidList"/>
    <dgm:cxn modelId="{8090CA15-EAE3-47C1-A2A0-BDE93741A65F}" type="presOf" srcId="{EB087D44-DD65-4B27-AE08-8B84CCEB7858}" destId="{6E15576E-E850-4A2A-9A55-78CD330DC925}" srcOrd="0" destOrd="0" presId="urn:microsoft.com/office/officeart/2018/2/layout/IconVerticalSolidList"/>
    <dgm:cxn modelId="{9136CC1E-4077-456B-8E2F-F8C5DA3DDFA5}" type="presOf" srcId="{90E71F1A-B0F7-46AF-9276-7F069D3F2200}" destId="{DF07E94A-D6C5-4F38-B925-95A2CCDD6FF9}" srcOrd="0" destOrd="0" presId="urn:microsoft.com/office/officeart/2018/2/layout/IconVerticalSolidList"/>
    <dgm:cxn modelId="{C5BB6945-03C4-4914-B88B-E19F72BDBA69}" type="presOf" srcId="{63AF321B-B740-494B-A548-532ED231F081}" destId="{75E26392-379C-4398-99EB-6E1FE33A48E2}" srcOrd="0" destOrd="0" presId="urn:microsoft.com/office/officeart/2018/2/layout/IconVerticalSolidList"/>
    <dgm:cxn modelId="{B4836E48-62E2-4F34-9D5F-DF67A38CF77C}" type="presOf" srcId="{F597A908-AF28-46F8-99E4-8F2AFD78FFFA}" destId="{59A45A24-FDD7-4368-AA8D-7917C6F83CF0}" srcOrd="0" destOrd="0" presId="urn:microsoft.com/office/officeart/2018/2/layout/IconVerticalSolidList"/>
    <dgm:cxn modelId="{8F7DFB6D-CDC6-4ED6-86A1-67E7A2E1C931}" srcId="{90E71F1A-B0F7-46AF-9276-7F069D3F2200}" destId="{EB087D44-DD65-4B27-AE08-8B84CCEB7858}" srcOrd="4" destOrd="0" parTransId="{A07FC237-20EB-4A14-BB30-D1BFBFFE021C}" sibTransId="{B28551A8-38FA-44A2-B76E-4354CCFF22F9}"/>
    <dgm:cxn modelId="{4DB6E673-9599-4B21-82DB-C9CF378439AA}" srcId="{90E71F1A-B0F7-46AF-9276-7F069D3F2200}" destId="{1E1CBA11-DF36-45E3-82B3-FCA3BDC15C53}" srcOrd="2" destOrd="0" parTransId="{EF51451F-F254-4E2A-BFB1-F23EF0A22A27}" sibTransId="{D207B8C1-DE67-439F-BDD0-E7A52034AC2F}"/>
    <dgm:cxn modelId="{C3530354-24B5-4D50-A864-18A34F58F6BD}" type="presOf" srcId="{1D6C2615-257D-47E2-857A-D70D146CDDF7}" destId="{4C3AABB4-487A-4296-93D7-7D1966B8B625}" srcOrd="0" destOrd="0" presId="urn:microsoft.com/office/officeart/2018/2/layout/IconVerticalSolidList"/>
    <dgm:cxn modelId="{82297355-3A5A-4522-90AF-D1F315C056FF}" type="presOf" srcId="{4086BC0B-5660-4E33-AE59-6B6162EA3B1D}" destId="{2B7C80B8-BF3F-4E46-AF41-8A1870932B91}" srcOrd="0" destOrd="0" presId="urn:microsoft.com/office/officeart/2018/2/layout/IconVerticalSolidList"/>
    <dgm:cxn modelId="{E2AA13AA-DAEB-4E42-94A0-D013737EBA11}" srcId="{90E71F1A-B0F7-46AF-9276-7F069D3F2200}" destId="{4086BC0B-5660-4E33-AE59-6B6162EA3B1D}" srcOrd="5" destOrd="0" parTransId="{FBB31ACC-1D4A-40D3-8231-ED1BAFA61A3D}" sibTransId="{1246ACF5-CE8C-4D8D-AC36-5CFBEE9852A3}"/>
    <dgm:cxn modelId="{345A4BCE-397D-4DF1-96CB-215AD5C418D2}" srcId="{90E71F1A-B0F7-46AF-9276-7F069D3F2200}" destId="{1D6C2615-257D-47E2-857A-D70D146CDDF7}" srcOrd="3" destOrd="0" parTransId="{85901D2E-3348-43F9-8E6C-A2801B83E2D1}" sibTransId="{66CB1A7B-22FB-46BE-B7CF-0CFC0BFCF05A}"/>
    <dgm:cxn modelId="{A9EC68D7-7A9A-4199-A716-B32826264FF7}" srcId="{90E71F1A-B0F7-46AF-9276-7F069D3F2200}" destId="{F597A908-AF28-46F8-99E4-8F2AFD78FFFA}" srcOrd="6" destOrd="0" parTransId="{9EBDFE80-E986-4990-931B-BB4BA383013C}" sibTransId="{C1E94C11-568A-4F92-B72F-7023C39B66C4}"/>
    <dgm:cxn modelId="{0D5A64EA-82C0-4C50-B555-B50FC26CCC54}" type="presOf" srcId="{1E1CBA11-DF36-45E3-82B3-FCA3BDC15C53}" destId="{818FE1A3-54E0-4502-A0B2-757BCC17BFE3}" srcOrd="0" destOrd="0" presId="urn:microsoft.com/office/officeart/2018/2/layout/IconVerticalSolidList"/>
    <dgm:cxn modelId="{7EEDE2FA-C418-4B1D-9CEE-A1A8050F9390}" srcId="{90E71F1A-B0F7-46AF-9276-7F069D3F2200}" destId="{63AF321B-B740-494B-A548-532ED231F081}" srcOrd="1" destOrd="0" parTransId="{94B631FE-7E47-4753-9865-149F548D8096}" sibTransId="{39250900-6679-467A-BC62-7AF200500A7B}"/>
    <dgm:cxn modelId="{4F181668-0D6B-4E7B-93CD-02646DC0015A}" type="presParOf" srcId="{DF07E94A-D6C5-4F38-B925-95A2CCDD6FF9}" destId="{4194FE9A-5766-44CA-BC94-35CEE2E8A141}" srcOrd="0" destOrd="0" presId="urn:microsoft.com/office/officeart/2018/2/layout/IconVerticalSolidList"/>
    <dgm:cxn modelId="{9C22BB07-656B-4FA2-ABD9-50754881E7EB}" type="presParOf" srcId="{4194FE9A-5766-44CA-BC94-35CEE2E8A141}" destId="{362492F3-DAEF-4AC3-89D5-5320C434C707}" srcOrd="0" destOrd="0" presId="urn:microsoft.com/office/officeart/2018/2/layout/IconVerticalSolidList"/>
    <dgm:cxn modelId="{5D680431-9851-4D6F-8F14-47E4CD1B1371}" type="presParOf" srcId="{4194FE9A-5766-44CA-BC94-35CEE2E8A141}" destId="{2118E4A8-3A47-4839-BF7C-9477E4681C7B}" srcOrd="1" destOrd="0" presId="urn:microsoft.com/office/officeart/2018/2/layout/IconVerticalSolidList"/>
    <dgm:cxn modelId="{AECF116C-2ACF-479F-B51E-3061984BF253}" type="presParOf" srcId="{4194FE9A-5766-44CA-BC94-35CEE2E8A141}" destId="{8C3550F4-8471-451A-A5DF-DC551104A409}" srcOrd="2" destOrd="0" presId="urn:microsoft.com/office/officeart/2018/2/layout/IconVerticalSolidList"/>
    <dgm:cxn modelId="{6D7B731C-E40A-4DED-9D3D-45AC982FEC2E}" type="presParOf" srcId="{4194FE9A-5766-44CA-BC94-35CEE2E8A141}" destId="{6392803E-E026-4014-8622-0EDAE39E8465}" srcOrd="3" destOrd="0" presId="urn:microsoft.com/office/officeart/2018/2/layout/IconVerticalSolidList"/>
    <dgm:cxn modelId="{93850ED1-FEE6-4A50-B3F1-53AF5BC90AB0}" type="presParOf" srcId="{DF07E94A-D6C5-4F38-B925-95A2CCDD6FF9}" destId="{09C80FE1-688D-4FDF-8B01-6F9EA2994A94}" srcOrd="1" destOrd="0" presId="urn:microsoft.com/office/officeart/2018/2/layout/IconVerticalSolidList"/>
    <dgm:cxn modelId="{49F22991-9E20-4DAE-8158-9C6C2134189D}" type="presParOf" srcId="{DF07E94A-D6C5-4F38-B925-95A2CCDD6FF9}" destId="{E2E474ED-263F-4BD3-8F37-415E09F3B77E}" srcOrd="2" destOrd="0" presId="urn:microsoft.com/office/officeart/2018/2/layout/IconVerticalSolidList"/>
    <dgm:cxn modelId="{4E38F9FB-EE15-4711-8379-43AE8A3846C3}" type="presParOf" srcId="{E2E474ED-263F-4BD3-8F37-415E09F3B77E}" destId="{3B6AB8BC-3FF4-4A94-98A8-1F28D6326901}" srcOrd="0" destOrd="0" presId="urn:microsoft.com/office/officeart/2018/2/layout/IconVerticalSolidList"/>
    <dgm:cxn modelId="{5186E74E-E998-4E49-BBBD-B599DA035460}" type="presParOf" srcId="{E2E474ED-263F-4BD3-8F37-415E09F3B77E}" destId="{706C1667-8FCE-41B3-ADEE-8D7ABF3FB4AF}" srcOrd="1" destOrd="0" presId="urn:microsoft.com/office/officeart/2018/2/layout/IconVerticalSolidList"/>
    <dgm:cxn modelId="{F03A1C36-CB3F-4B3C-AC32-0C205A3746BE}" type="presParOf" srcId="{E2E474ED-263F-4BD3-8F37-415E09F3B77E}" destId="{21E5EED8-366E-4385-B80B-398AA76B6389}" srcOrd="2" destOrd="0" presId="urn:microsoft.com/office/officeart/2018/2/layout/IconVerticalSolidList"/>
    <dgm:cxn modelId="{56C28905-9409-4C87-9066-FE4ECA73B275}" type="presParOf" srcId="{E2E474ED-263F-4BD3-8F37-415E09F3B77E}" destId="{75E26392-379C-4398-99EB-6E1FE33A48E2}" srcOrd="3" destOrd="0" presId="urn:microsoft.com/office/officeart/2018/2/layout/IconVerticalSolidList"/>
    <dgm:cxn modelId="{B30C7E3E-F926-4AF2-9BC6-5E5516F781B4}" type="presParOf" srcId="{DF07E94A-D6C5-4F38-B925-95A2CCDD6FF9}" destId="{6A8C9CD5-8479-4F5C-9A44-D00F1C521BA9}" srcOrd="3" destOrd="0" presId="urn:microsoft.com/office/officeart/2018/2/layout/IconVerticalSolidList"/>
    <dgm:cxn modelId="{4736B67E-1E4F-42FA-B863-B4FA193C7385}" type="presParOf" srcId="{DF07E94A-D6C5-4F38-B925-95A2CCDD6FF9}" destId="{9D9A9C5F-9A76-488B-9E28-72ED201FD983}" srcOrd="4" destOrd="0" presId="urn:microsoft.com/office/officeart/2018/2/layout/IconVerticalSolidList"/>
    <dgm:cxn modelId="{2370D9C9-698F-4D78-8B31-14E3EEB5E3E0}" type="presParOf" srcId="{9D9A9C5F-9A76-488B-9E28-72ED201FD983}" destId="{974A6AA5-95CD-4393-A9A3-26DA181D8492}" srcOrd="0" destOrd="0" presId="urn:microsoft.com/office/officeart/2018/2/layout/IconVerticalSolidList"/>
    <dgm:cxn modelId="{D28647D7-9057-4B0A-BB31-594AB1BFD1E1}" type="presParOf" srcId="{9D9A9C5F-9A76-488B-9E28-72ED201FD983}" destId="{2A49F3CD-8EE0-4933-8FB7-FEA5F23B66FB}" srcOrd="1" destOrd="0" presId="urn:microsoft.com/office/officeart/2018/2/layout/IconVerticalSolidList"/>
    <dgm:cxn modelId="{CD5B1733-29B0-434C-9D1B-955E99A2DB4E}" type="presParOf" srcId="{9D9A9C5F-9A76-488B-9E28-72ED201FD983}" destId="{38610593-58EB-4DBB-ACAE-E417CB8D5455}" srcOrd="2" destOrd="0" presId="urn:microsoft.com/office/officeart/2018/2/layout/IconVerticalSolidList"/>
    <dgm:cxn modelId="{9676E438-DDFF-4162-8B2D-37D722433FC9}" type="presParOf" srcId="{9D9A9C5F-9A76-488B-9E28-72ED201FD983}" destId="{818FE1A3-54E0-4502-A0B2-757BCC17BFE3}" srcOrd="3" destOrd="0" presId="urn:microsoft.com/office/officeart/2018/2/layout/IconVerticalSolidList"/>
    <dgm:cxn modelId="{D4832EB5-97CF-4436-932D-8037C32714E2}" type="presParOf" srcId="{DF07E94A-D6C5-4F38-B925-95A2CCDD6FF9}" destId="{8AEE2FC9-551F-4E75-8099-2372392F08AD}" srcOrd="5" destOrd="0" presId="urn:microsoft.com/office/officeart/2018/2/layout/IconVerticalSolidList"/>
    <dgm:cxn modelId="{0B0F4F3A-3352-464A-BDB7-C9BFAE99EB53}" type="presParOf" srcId="{DF07E94A-D6C5-4F38-B925-95A2CCDD6FF9}" destId="{81F333E6-BCB8-4FDB-B115-3A20015B31B8}" srcOrd="6" destOrd="0" presId="urn:microsoft.com/office/officeart/2018/2/layout/IconVerticalSolidList"/>
    <dgm:cxn modelId="{E455D010-BC3A-4960-BBCB-0276BCCBA0A3}" type="presParOf" srcId="{81F333E6-BCB8-4FDB-B115-3A20015B31B8}" destId="{F639549F-45A2-41C1-B337-FB08198BF5A6}" srcOrd="0" destOrd="0" presId="urn:microsoft.com/office/officeart/2018/2/layout/IconVerticalSolidList"/>
    <dgm:cxn modelId="{ECABA3B0-34D2-488E-8E03-E034260BCC6A}" type="presParOf" srcId="{81F333E6-BCB8-4FDB-B115-3A20015B31B8}" destId="{E8D508DA-F351-4F8D-93E3-D46CC450D571}" srcOrd="1" destOrd="0" presId="urn:microsoft.com/office/officeart/2018/2/layout/IconVerticalSolidList"/>
    <dgm:cxn modelId="{80E1C6D5-1D92-482F-93D3-AFE69E02CF25}" type="presParOf" srcId="{81F333E6-BCB8-4FDB-B115-3A20015B31B8}" destId="{2F2D4C34-CA6A-4E42-A2ED-5B6EE1C961C1}" srcOrd="2" destOrd="0" presId="urn:microsoft.com/office/officeart/2018/2/layout/IconVerticalSolidList"/>
    <dgm:cxn modelId="{46C6DF82-0A7D-47D7-8F45-01E28233B86A}" type="presParOf" srcId="{81F333E6-BCB8-4FDB-B115-3A20015B31B8}" destId="{4C3AABB4-487A-4296-93D7-7D1966B8B625}" srcOrd="3" destOrd="0" presId="urn:microsoft.com/office/officeart/2018/2/layout/IconVerticalSolidList"/>
    <dgm:cxn modelId="{0A9DC276-BC94-4B6C-8D1B-32D90C91C496}" type="presParOf" srcId="{DF07E94A-D6C5-4F38-B925-95A2CCDD6FF9}" destId="{834C0EEF-1264-42D7-8BAE-76F86EA2079E}" srcOrd="7" destOrd="0" presId="urn:microsoft.com/office/officeart/2018/2/layout/IconVerticalSolidList"/>
    <dgm:cxn modelId="{86DDCDA6-1C2B-4383-B8CA-A80C2248FC54}" type="presParOf" srcId="{DF07E94A-D6C5-4F38-B925-95A2CCDD6FF9}" destId="{FF602DD0-611B-4A1D-BD61-30093FDD6D19}" srcOrd="8" destOrd="0" presId="urn:microsoft.com/office/officeart/2018/2/layout/IconVerticalSolidList"/>
    <dgm:cxn modelId="{622A2CE5-0BBD-4017-8C42-E66F08D29042}" type="presParOf" srcId="{FF602DD0-611B-4A1D-BD61-30093FDD6D19}" destId="{1DAEF99D-6D35-4345-9088-0A66ABC7096B}" srcOrd="0" destOrd="0" presId="urn:microsoft.com/office/officeart/2018/2/layout/IconVerticalSolidList"/>
    <dgm:cxn modelId="{4EBFBE16-0D21-4E4F-A4A9-F699ED27217B}" type="presParOf" srcId="{FF602DD0-611B-4A1D-BD61-30093FDD6D19}" destId="{CFFDFB59-EE05-4E89-9D5E-91BDB3A51BA8}" srcOrd="1" destOrd="0" presId="urn:microsoft.com/office/officeart/2018/2/layout/IconVerticalSolidList"/>
    <dgm:cxn modelId="{BA09C0E0-F4ED-443A-8C4D-04D2A9D955DD}" type="presParOf" srcId="{FF602DD0-611B-4A1D-BD61-30093FDD6D19}" destId="{D4BACD9C-57A1-4A24-802D-75ABF31BBD8F}" srcOrd="2" destOrd="0" presId="urn:microsoft.com/office/officeart/2018/2/layout/IconVerticalSolidList"/>
    <dgm:cxn modelId="{7FF29337-89F3-41A7-AD69-BA29654C3F48}" type="presParOf" srcId="{FF602DD0-611B-4A1D-BD61-30093FDD6D19}" destId="{6E15576E-E850-4A2A-9A55-78CD330DC925}" srcOrd="3" destOrd="0" presId="urn:microsoft.com/office/officeart/2018/2/layout/IconVerticalSolidList"/>
    <dgm:cxn modelId="{5CC93A33-71A1-4124-ADD7-DC8E69B10A1D}" type="presParOf" srcId="{DF07E94A-D6C5-4F38-B925-95A2CCDD6FF9}" destId="{71E4F84A-F51A-416F-8A84-CC2168D9AFB7}" srcOrd="9" destOrd="0" presId="urn:microsoft.com/office/officeart/2018/2/layout/IconVerticalSolidList"/>
    <dgm:cxn modelId="{4DBC473A-7150-4620-BF37-12B6E477BD8C}" type="presParOf" srcId="{DF07E94A-D6C5-4F38-B925-95A2CCDD6FF9}" destId="{7AD92881-3408-47E4-A6AA-FDD9FADEC5F5}" srcOrd="10" destOrd="0" presId="urn:microsoft.com/office/officeart/2018/2/layout/IconVerticalSolidList"/>
    <dgm:cxn modelId="{AFE29187-3DCE-4313-B7CD-549F133A1BE2}" type="presParOf" srcId="{7AD92881-3408-47E4-A6AA-FDD9FADEC5F5}" destId="{13090E3F-7924-4817-A6AB-202E5F43DF98}" srcOrd="0" destOrd="0" presId="urn:microsoft.com/office/officeart/2018/2/layout/IconVerticalSolidList"/>
    <dgm:cxn modelId="{918EA98C-51B7-4523-A939-795EFCF550A5}" type="presParOf" srcId="{7AD92881-3408-47E4-A6AA-FDD9FADEC5F5}" destId="{DFE47478-6078-4FA6-8B97-E859024365AC}" srcOrd="1" destOrd="0" presId="urn:microsoft.com/office/officeart/2018/2/layout/IconVerticalSolidList"/>
    <dgm:cxn modelId="{4A3CF307-BB8E-428B-8300-D0F42B95C854}" type="presParOf" srcId="{7AD92881-3408-47E4-A6AA-FDD9FADEC5F5}" destId="{2741D623-A8BF-4164-9C14-C7F16A89AF4A}" srcOrd="2" destOrd="0" presId="urn:microsoft.com/office/officeart/2018/2/layout/IconVerticalSolidList"/>
    <dgm:cxn modelId="{0D574647-B7EC-4D07-848D-CBBB4CA1466C}" type="presParOf" srcId="{7AD92881-3408-47E4-A6AA-FDD9FADEC5F5}" destId="{2B7C80B8-BF3F-4E46-AF41-8A1870932B91}" srcOrd="3" destOrd="0" presId="urn:microsoft.com/office/officeart/2018/2/layout/IconVerticalSolidList"/>
    <dgm:cxn modelId="{5C4E7902-95DC-473C-A461-CB1E03EF7FFF}" type="presParOf" srcId="{DF07E94A-D6C5-4F38-B925-95A2CCDD6FF9}" destId="{9F28AF7A-8629-4196-B02D-EDCBDC1B8BCD}" srcOrd="11" destOrd="0" presId="urn:microsoft.com/office/officeart/2018/2/layout/IconVerticalSolidList"/>
    <dgm:cxn modelId="{26292539-00F6-435B-9700-E2414DE0D905}" type="presParOf" srcId="{DF07E94A-D6C5-4F38-B925-95A2CCDD6FF9}" destId="{DCB73C5F-C3BA-472E-A767-465A0228F6FA}" srcOrd="12" destOrd="0" presId="urn:microsoft.com/office/officeart/2018/2/layout/IconVerticalSolidList"/>
    <dgm:cxn modelId="{4677A6E7-05F7-4A0B-998A-EF51D51AE509}" type="presParOf" srcId="{DCB73C5F-C3BA-472E-A767-465A0228F6FA}" destId="{3DC42CD7-4797-48C6-AF5C-43D2589CB5B1}" srcOrd="0" destOrd="0" presId="urn:microsoft.com/office/officeart/2018/2/layout/IconVerticalSolidList"/>
    <dgm:cxn modelId="{BA5919EE-D9EA-4C37-A98C-EAF0544DB7AB}" type="presParOf" srcId="{DCB73C5F-C3BA-472E-A767-465A0228F6FA}" destId="{D310200E-3219-4FD7-9AAD-EF2040053036}" srcOrd="1" destOrd="0" presId="urn:microsoft.com/office/officeart/2018/2/layout/IconVerticalSolidList"/>
    <dgm:cxn modelId="{AF595935-F035-4A60-A5E6-C9B9955BFB8E}" type="presParOf" srcId="{DCB73C5F-C3BA-472E-A767-465A0228F6FA}" destId="{98CD59F4-AE58-477A-B9A6-F05FCF6F9201}" srcOrd="2" destOrd="0" presId="urn:microsoft.com/office/officeart/2018/2/layout/IconVerticalSolidList"/>
    <dgm:cxn modelId="{FDA1090E-F9FC-4CC5-B0F7-D597908FD50D}" type="presParOf" srcId="{DCB73C5F-C3BA-472E-A767-465A0228F6FA}" destId="{59A45A24-FDD7-4368-AA8D-7917C6F83C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560056-656A-4DE7-AD9E-E2CC73CB6CA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7AF64F1-34DB-4A92-8AC1-4DC7B71D4A82}">
      <dgm:prSet/>
      <dgm:spPr/>
      <dgm:t>
        <a:bodyPr/>
        <a:lstStyle/>
        <a:p>
          <a:r>
            <a:rPr lang="pt-BR" b="1" dirty="0"/>
            <a:t>Modelagem de relações entre letras:</a:t>
          </a:r>
          <a:endParaRPr lang="en-US" dirty="0"/>
        </a:p>
      </dgm:t>
    </dgm:pt>
    <dgm:pt modelId="{BA5C6B9D-3BBF-4D15-84AF-3C24891FEEEF}" type="parTrans" cxnId="{EF6E4613-789C-4A70-9C08-A6C373824EEB}">
      <dgm:prSet/>
      <dgm:spPr/>
      <dgm:t>
        <a:bodyPr/>
        <a:lstStyle/>
        <a:p>
          <a:endParaRPr lang="en-US"/>
        </a:p>
      </dgm:t>
    </dgm:pt>
    <dgm:pt modelId="{4BCD9173-0CA3-4CF2-A148-2A64C4DF9C6B}" type="sibTrans" cxnId="{EF6E4613-789C-4A70-9C08-A6C373824EEB}">
      <dgm:prSet/>
      <dgm:spPr/>
      <dgm:t>
        <a:bodyPr/>
        <a:lstStyle/>
        <a:p>
          <a:endParaRPr lang="en-US"/>
        </a:p>
      </dgm:t>
    </dgm:pt>
    <dgm:pt modelId="{69C7A9A6-D780-4AB0-A5F5-2E6856CDE15F}">
      <dgm:prSet/>
      <dgm:spPr/>
      <dgm:t>
        <a:bodyPr/>
        <a:lstStyle/>
        <a:p>
          <a:r>
            <a:rPr lang="pt-BR" dirty="0"/>
            <a:t>Cada letra é um </a:t>
          </a:r>
          <a:r>
            <a:rPr lang="pt-BR" b="1" dirty="0"/>
            <a:t>vértice</a:t>
          </a:r>
          <a:r>
            <a:rPr lang="pt-BR" dirty="0"/>
            <a:t> no grafo</a:t>
          </a:r>
          <a:endParaRPr lang="en-US" dirty="0"/>
        </a:p>
      </dgm:t>
    </dgm:pt>
    <dgm:pt modelId="{D3D144FB-039D-4857-9B14-CAC33C65A0D5}" type="parTrans" cxnId="{0EDBEC1D-2C31-4135-A0D8-66168BCB8647}">
      <dgm:prSet/>
      <dgm:spPr/>
      <dgm:t>
        <a:bodyPr/>
        <a:lstStyle/>
        <a:p>
          <a:endParaRPr lang="en-US"/>
        </a:p>
      </dgm:t>
    </dgm:pt>
    <dgm:pt modelId="{1A1C8E65-4104-4357-94F7-02D9917B963E}" type="sibTrans" cxnId="{0EDBEC1D-2C31-4135-A0D8-66168BCB8647}">
      <dgm:prSet/>
      <dgm:spPr/>
      <dgm:t>
        <a:bodyPr/>
        <a:lstStyle/>
        <a:p>
          <a:endParaRPr lang="en-US"/>
        </a:p>
      </dgm:t>
    </dgm:pt>
    <dgm:pt modelId="{B565BD33-2444-44E9-B77C-913A4D7FFD7A}">
      <dgm:prSet/>
      <dgm:spPr/>
      <dgm:t>
        <a:bodyPr/>
        <a:lstStyle/>
        <a:p>
          <a:r>
            <a:rPr lang="pt-BR" dirty="0"/>
            <a:t>Letras conectadas por </a:t>
          </a:r>
          <a:r>
            <a:rPr lang="pt-BR" b="1" dirty="0"/>
            <a:t>arestas </a:t>
          </a:r>
          <a:r>
            <a:rPr lang="pt-BR" dirty="0"/>
            <a:t>quando existe alguma palavra com tal</a:t>
          </a:r>
          <a:endParaRPr lang="en-US" dirty="0"/>
        </a:p>
      </dgm:t>
    </dgm:pt>
    <dgm:pt modelId="{6BD34A80-751A-4A94-B920-95CAD6753B2A}" type="parTrans" cxnId="{130A2A78-934B-4796-B2DA-59C47936C277}">
      <dgm:prSet/>
      <dgm:spPr/>
      <dgm:t>
        <a:bodyPr/>
        <a:lstStyle/>
        <a:p>
          <a:endParaRPr lang="en-US"/>
        </a:p>
      </dgm:t>
    </dgm:pt>
    <dgm:pt modelId="{7D0A0A8B-1BF6-42B1-B97F-28B0BA53B225}" type="sibTrans" cxnId="{130A2A78-934B-4796-B2DA-59C47936C277}">
      <dgm:prSet/>
      <dgm:spPr/>
      <dgm:t>
        <a:bodyPr/>
        <a:lstStyle/>
        <a:p>
          <a:endParaRPr lang="en-US"/>
        </a:p>
      </dgm:t>
    </dgm:pt>
    <dgm:pt modelId="{C92BB29E-FBE7-41F0-BD51-3D1BAF5CE3AA}">
      <dgm:prSet/>
      <dgm:spPr/>
      <dgm:t>
        <a:bodyPr/>
        <a:lstStyle/>
        <a:p>
          <a:r>
            <a:rPr lang="pt-BR" dirty="0"/>
            <a:t>Permite análise de vizinhança e conectividade</a:t>
          </a:r>
          <a:endParaRPr lang="en-US" dirty="0"/>
        </a:p>
      </dgm:t>
    </dgm:pt>
    <dgm:pt modelId="{BFD11543-0219-41F1-B414-10625BB22EE0}" type="parTrans" cxnId="{D180A502-4931-4A54-B6E3-B328FC618B86}">
      <dgm:prSet/>
      <dgm:spPr/>
      <dgm:t>
        <a:bodyPr/>
        <a:lstStyle/>
        <a:p>
          <a:endParaRPr lang="en-US"/>
        </a:p>
      </dgm:t>
    </dgm:pt>
    <dgm:pt modelId="{EC68AA3D-E012-45A0-A900-3775EFBA0E70}" type="sibTrans" cxnId="{D180A502-4931-4A54-B6E3-B328FC618B86}">
      <dgm:prSet/>
      <dgm:spPr/>
      <dgm:t>
        <a:bodyPr/>
        <a:lstStyle/>
        <a:p>
          <a:endParaRPr lang="en-US"/>
        </a:p>
      </dgm:t>
    </dgm:pt>
    <dgm:pt modelId="{E2C47F90-932C-4137-BA7F-0F2218E0AF19}">
      <dgm:prSet/>
      <dgm:spPr/>
      <dgm:t>
        <a:bodyPr/>
        <a:lstStyle/>
        <a:p>
          <a:r>
            <a:rPr lang="pt-BR" b="1"/>
            <a:t>Aplicações:</a:t>
          </a:r>
          <a:endParaRPr lang="en-US"/>
        </a:p>
      </dgm:t>
    </dgm:pt>
    <dgm:pt modelId="{E0482DD3-A204-411F-95C8-817081018CE1}" type="parTrans" cxnId="{6DBBB3E7-68AA-4413-AB14-CDCA903CC0EF}">
      <dgm:prSet/>
      <dgm:spPr/>
      <dgm:t>
        <a:bodyPr/>
        <a:lstStyle/>
        <a:p>
          <a:endParaRPr lang="en-US"/>
        </a:p>
      </dgm:t>
    </dgm:pt>
    <dgm:pt modelId="{0651EBCB-087C-4BA8-B200-A4B2FDA3E9D8}" type="sibTrans" cxnId="{6DBBB3E7-68AA-4413-AB14-CDCA903CC0EF}">
      <dgm:prSet/>
      <dgm:spPr/>
      <dgm:t>
        <a:bodyPr/>
        <a:lstStyle/>
        <a:p>
          <a:endParaRPr lang="en-US"/>
        </a:p>
      </dgm:t>
    </dgm:pt>
    <dgm:pt modelId="{4A4ACEA6-204F-44DF-A112-87C9DA7157F3}">
      <dgm:prSet/>
      <dgm:spPr/>
      <dgm:t>
        <a:bodyPr/>
        <a:lstStyle/>
        <a:p>
          <a:r>
            <a:rPr lang="pt-BR" dirty="0"/>
            <a:t>Sugestões inteligentes baseadas em proximidade</a:t>
          </a:r>
          <a:endParaRPr lang="en-US" dirty="0"/>
        </a:p>
      </dgm:t>
    </dgm:pt>
    <dgm:pt modelId="{71F17C2D-01CE-4DF7-99F5-FEED4BC18593}" type="parTrans" cxnId="{E2E64AE2-0261-41C2-9D33-63A1A3A49CC0}">
      <dgm:prSet/>
      <dgm:spPr/>
      <dgm:t>
        <a:bodyPr/>
        <a:lstStyle/>
        <a:p>
          <a:endParaRPr lang="en-US"/>
        </a:p>
      </dgm:t>
    </dgm:pt>
    <dgm:pt modelId="{801E020A-0CC5-496B-869C-75AFFE9621AD}" type="sibTrans" cxnId="{E2E64AE2-0261-41C2-9D33-63A1A3A49CC0}">
      <dgm:prSet/>
      <dgm:spPr/>
      <dgm:t>
        <a:bodyPr/>
        <a:lstStyle/>
        <a:p>
          <a:endParaRPr lang="en-US"/>
        </a:p>
      </dgm:t>
    </dgm:pt>
    <dgm:pt modelId="{124A79B5-0A1E-48A5-9AA1-771D7C5D5F82}">
      <dgm:prSet/>
      <dgm:spPr/>
      <dgm:t>
        <a:bodyPr/>
        <a:lstStyle/>
        <a:p>
          <a:r>
            <a:rPr lang="pt-BR" dirty="0"/>
            <a:t>Análise de palavras candidatas</a:t>
          </a:r>
          <a:endParaRPr lang="en-US" dirty="0"/>
        </a:p>
      </dgm:t>
    </dgm:pt>
    <dgm:pt modelId="{312DB421-FBEC-45A5-9A74-B1C8EF8166FB}" type="parTrans" cxnId="{0883F339-D9DD-4E98-A553-3A7EA1AC58B4}">
      <dgm:prSet/>
      <dgm:spPr/>
      <dgm:t>
        <a:bodyPr/>
        <a:lstStyle/>
        <a:p>
          <a:endParaRPr lang="en-US"/>
        </a:p>
      </dgm:t>
    </dgm:pt>
    <dgm:pt modelId="{E503A876-90E5-46E2-984E-085A0A9DFC95}" type="sibTrans" cxnId="{0883F339-D9DD-4E98-A553-3A7EA1AC58B4}">
      <dgm:prSet/>
      <dgm:spPr/>
      <dgm:t>
        <a:bodyPr/>
        <a:lstStyle/>
        <a:p>
          <a:endParaRPr lang="en-US"/>
        </a:p>
      </dgm:t>
    </dgm:pt>
    <dgm:pt modelId="{0F3294EC-154D-4D21-A800-C5B4B808493E}">
      <dgm:prSet/>
      <dgm:spPr/>
      <dgm:t>
        <a:bodyPr/>
        <a:lstStyle/>
        <a:p>
          <a:r>
            <a:rPr lang="pt-BR" dirty="0"/>
            <a:t>Otimização de estratégias de jogo</a:t>
          </a:r>
          <a:endParaRPr lang="en-US" dirty="0"/>
        </a:p>
      </dgm:t>
    </dgm:pt>
    <dgm:pt modelId="{EAA87AAC-21F2-4D4F-AF0B-CF30843F140C}" type="parTrans" cxnId="{DF00ED48-C543-4E08-8D18-C0D28744B432}">
      <dgm:prSet/>
      <dgm:spPr/>
      <dgm:t>
        <a:bodyPr/>
        <a:lstStyle/>
        <a:p>
          <a:endParaRPr lang="en-US"/>
        </a:p>
      </dgm:t>
    </dgm:pt>
    <dgm:pt modelId="{0F5E05EA-A618-4662-9C9D-B2021DAD803D}" type="sibTrans" cxnId="{DF00ED48-C543-4E08-8D18-C0D28744B432}">
      <dgm:prSet/>
      <dgm:spPr/>
      <dgm:t>
        <a:bodyPr/>
        <a:lstStyle/>
        <a:p>
          <a:endParaRPr lang="en-US"/>
        </a:p>
      </dgm:t>
    </dgm:pt>
    <dgm:pt modelId="{A5A09BB5-4720-4815-92B8-89377479D818}" type="pres">
      <dgm:prSet presAssocID="{1E560056-656A-4DE7-AD9E-E2CC73CB6CAD}" presName="root" presStyleCnt="0">
        <dgm:presLayoutVars>
          <dgm:dir/>
          <dgm:resizeHandles val="exact"/>
        </dgm:presLayoutVars>
      </dgm:prSet>
      <dgm:spPr/>
    </dgm:pt>
    <dgm:pt modelId="{0D480461-C813-4C92-B136-30C241AD67C1}" type="pres">
      <dgm:prSet presAssocID="{07AF64F1-34DB-4A92-8AC1-4DC7B71D4A82}" presName="compNode" presStyleCnt="0"/>
      <dgm:spPr/>
    </dgm:pt>
    <dgm:pt modelId="{7F4675D9-23B9-42F4-A5D0-67EFB339AA15}" type="pres">
      <dgm:prSet presAssocID="{07AF64F1-34DB-4A92-8AC1-4DC7B71D4A82}" presName="bgRect" presStyleLbl="bgShp" presStyleIdx="0" presStyleCnt="8"/>
      <dgm:spPr/>
    </dgm:pt>
    <dgm:pt modelId="{3653E981-0F6B-4D37-A395-E265FEC7618D}" type="pres">
      <dgm:prSet presAssocID="{07AF64F1-34DB-4A92-8AC1-4DC7B71D4A82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B291171D-76DC-4FE3-987A-66CE0B8F2BC5}" type="pres">
      <dgm:prSet presAssocID="{07AF64F1-34DB-4A92-8AC1-4DC7B71D4A82}" presName="spaceRect" presStyleCnt="0"/>
      <dgm:spPr/>
    </dgm:pt>
    <dgm:pt modelId="{CB801288-2689-49C7-A031-74BDD164E783}" type="pres">
      <dgm:prSet presAssocID="{07AF64F1-34DB-4A92-8AC1-4DC7B71D4A82}" presName="parTx" presStyleLbl="revTx" presStyleIdx="0" presStyleCnt="8">
        <dgm:presLayoutVars>
          <dgm:chMax val="0"/>
          <dgm:chPref val="0"/>
        </dgm:presLayoutVars>
      </dgm:prSet>
      <dgm:spPr/>
    </dgm:pt>
    <dgm:pt modelId="{9A6069F8-B2ED-4921-9B40-67A8B07588F4}" type="pres">
      <dgm:prSet presAssocID="{4BCD9173-0CA3-4CF2-A148-2A64C4DF9C6B}" presName="sibTrans" presStyleCnt="0"/>
      <dgm:spPr/>
    </dgm:pt>
    <dgm:pt modelId="{C76A4757-315D-4C77-B1B5-3ED02DFE999C}" type="pres">
      <dgm:prSet presAssocID="{69C7A9A6-D780-4AB0-A5F5-2E6856CDE15F}" presName="compNode" presStyleCnt="0"/>
      <dgm:spPr/>
    </dgm:pt>
    <dgm:pt modelId="{B0E50663-8035-43DE-BC3B-E3F41A47645B}" type="pres">
      <dgm:prSet presAssocID="{69C7A9A6-D780-4AB0-A5F5-2E6856CDE15F}" presName="bgRect" presStyleLbl="bgShp" presStyleIdx="1" presStyleCnt="8"/>
      <dgm:spPr/>
    </dgm:pt>
    <dgm:pt modelId="{C3288145-4EBC-4E01-8FBB-FADE0DF7FB7C}" type="pres">
      <dgm:prSet presAssocID="{69C7A9A6-D780-4AB0-A5F5-2E6856CDE15F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687D1A95-28A0-47D8-8C28-3B0204A22C7E}" type="pres">
      <dgm:prSet presAssocID="{69C7A9A6-D780-4AB0-A5F5-2E6856CDE15F}" presName="spaceRect" presStyleCnt="0"/>
      <dgm:spPr/>
    </dgm:pt>
    <dgm:pt modelId="{DE903224-DC8D-4014-926A-40C0AFFFA5C7}" type="pres">
      <dgm:prSet presAssocID="{69C7A9A6-D780-4AB0-A5F5-2E6856CDE15F}" presName="parTx" presStyleLbl="revTx" presStyleIdx="1" presStyleCnt="8">
        <dgm:presLayoutVars>
          <dgm:chMax val="0"/>
          <dgm:chPref val="0"/>
        </dgm:presLayoutVars>
      </dgm:prSet>
      <dgm:spPr/>
    </dgm:pt>
    <dgm:pt modelId="{E7191482-AC06-4375-AFFD-1A1E0DBA9144}" type="pres">
      <dgm:prSet presAssocID="{1A1C8E65-4104-4357-94F7-02D9917B963E}" presName="sibTrans" presStyleCnt="0"/>
      <dgm:spPr/>
    </dgm:pt>
    <dgm:pt modelId="{961D29EC-4576-427A-A1F8-CB0421CE4086}" type="pres">
      <dgm:prSet presAssocID="{B565BD33-2444-44E9-B77C-913A4D7FFD7A}" presName="compNode" presStyleCnt="0"/>
      <dgm:spPr/>
    </dgm:pt>
    <dgm:pt modelId="{45F3370E-982A-498C-AB2D-372B7874E0A8}" type="pres">
      <dgm:prSet presAssocID="{B565BD33-2444-44E9-B77C-913A4D7FFD7A}" presName="bgRect" presStyleLbl="bgShp" presStyleIdx="2" presStyleCnt="8"/>
      <dgm:spPr/>
    </dgm:pt>
    <dgm:pt modelId="{A4B9CDCD-423B-425F-A083-5B0790865663}" type="pres">
      <dgm:prSet presAssocID="{B565BD33-2444-44E9-B77C-913A4D7FFD7A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pas"/>
        </a:ext>
      </dgm:extLst>
    </dgm:pt>
    <dgm:pt modelId="{51DFF872-A752-4F20-A4BD-EB9A3D7C4A9A}" type="pres">
      <dgm:prSet presAssocID="{B565BD33-2444-44E9-B77C-913A4D7FFD7A}" presName="spaceRect" presStyleCnt="0"/>
      <dgm:spPr/>
    </dgm:pt>
    <dgm:pt modelId="{0660AB4C-FC5F-4734-9794-85EEA3294BBA}" type="pres">
      <dgm:prSet presAssocID="{B565BD33-2444-44E9-B77C-913A4D7FFD7A}" presName="parTx" presStyleLbl="revTx" presStyleIdx="2" presStyleCnt="8">
        <dgm:presLayoutVars>
          <dgm:chMax val="0"/>
          <dgm:chPref val="0"/>
        </dgm:presLayoutVars>
      </dgm:prSet>
      <dgm:spPr/>
    </dgm:pt>
    <dgm:pt modelId="{E3123F00-5678-4176-8FE6-919F3AABCBBB}" type="pres">
      <dgm:prSet presAssocID="{7D0A0A8B-1BF6-42B1-B97F-28B0BA53B225}" presName="sibTrans" presStyleCnt="0"/>
      <dgm:spPr/>
    </dgm:pt>
    <dgm:pt modelId="{B80AC723-A003-441B-9F40-F1A8C4B0F463}" type="pres">
      <dgm:prSet presAssocID="{C92BB29E-FBE7-41F0-BD51-3D1BAF5CE3AA}" presName="compNode" presStyleCnt="0"/>
      <dgm:spPr/>
    </dgm:pt>
    <dgm:pt modelId="{626A2B92-5A49-4923-B7D9-F143181638C8}" type="pres">
      <dgm:prSet presAssocID="{C92BB29E-FBE7-41F0-BD51-3D1BAF5CE3AA}" presName="bgRect" presStyleLbl="bgShp" presStyleIdx="3" presStyleCnt="8"/>
      <dgm:spPr/>
    </dgm:pt>
    <dgm:pt modelId="{E001541C-C3CA-4992-A170-02134F2BEF34}" type="pres">
      <dgm:prSet presAssocID="{C92BB29E-FBE7-41F0-BD51-3D1BAF5CE3AA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F520F012-ABFE-4216-80CE-7FE7A513F6BF}" type="pres">
      <dgm:prSet presAssocID="{C92BB29E-FBE7-41F0-BD51-3D1BAF5CE3AA}" presName="spaceRect" presStyleCnt="0"/>
      <dgm:spPr/>
    </dgm:pt>
    <dgm:pt modelId="{BE357288-438C-4793-A2AB-62C1DA1A0EDE}" type="pres">
      <dgm:prSet presAssocID="{C92BB29E-FBE7-41F0-BD51-3D1BAF5CE3AA}" presName="parTx" presStyleLbl="revTx" presStyleIdx="3" presStyleCnt="8">
        <dgm:presLayoutVars>
          <dgm:chMax val="0"/>
          <dgm:chPref val="0"/>
        </dgm:presLayoutVars>
      </dgm:prSet>
      <dgm:spPr/>
    </dgm:pt>
    <dgm:pt modelId="{01870B34-E8FB-4C67-BF57-9AEB573B4981}" type="pres">
      <dgm:prSet presAssocID="{EC68AA3D-E012-45A0-A900-3775EFBA0E70}" presName="sibTrans" presStyleCnt="0"/>
      <dgm:spPr/>
    </dgm:pt>
    <dgm:pt modelId="{C0A87B7F-B41E-45B3-80B6-FFAD0FBE6B5B}" type="pres">
      <dgm:prSet presAssocID="{E2C47F90-932C-4137-BA7F-0F2218E0AF19}" presName="compNode" presStyleCnt="0"/>
      <dgm:spPr/>
    </dgm:pt>
    <dgm:pt modelId="{EE16B8BF-3301-4E04-8644-FA4FDF00B2BC}" type="pres">
      <dgm:prSet presAssocID="{E2C47F90-932C-4137-BA7F-0F2218E0AF19}" presName="bgRect" presStyleLbl="bgShp" presStyleIdx="4" presStyleCnt="8"/>
      <dgm:spPr/>
    </dgm:pt>
    <dgm:pt modelId="{57BABE64-671D-4E3A-AD4B-883243289025}" type="pres">
      <dgm:prSet presAssocID="{E2C47F90-932C-4137-BA7F-0F2218E0AF19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83010FB-40D2-42B5-A1E8-F19AF070E7CC}" type="pres">
      <dgm:prSet presAssocID="{E2C47F90-932C-4137-BA7F-0F2218E0AF19}" presName="spaceRect" presStyleCnt="0"/>
      <dgm:spPr/>
    </dgm:pt>
    <dgm:pt modelId="{5852547E-6F6E-4E78-887B-5AA23856CE13}" type="pres">
      <dgm:prSet presAssocID="{E2C47F90-932C-4137-BA7F-0F2218E0AF19}" presName="parTx" presStyleLbl="revTx" presStyleIdx="4" presStyleCnt="8">
        <dgm:presLayoutVars>
          <dgm:chMax val="0"/>
          <dgm:chPref val="0"/>
        </dgm:presLayoutVars>
      </dgm:prSet>
      <dgm:spPr/>
    </dgm:pt>
    <dgm:pt modelId="{8407A3A3-C774-4ACA-A05F-D766A224675A}" type="pres">
      <dgm:prSet presAssocID="{0651EBCB-087C-4BA8-B200-A4B2FDA3E9D8}" presName="sibTrans" presStyleCnt="0"/>
      <dgm:spPr/>
    </dgm:pt>
    <dgm:pt modelId="{AD859A0B-1031-43F2-9A2E-CA9D3A9D61C1}" type="pres">
      <dgm:prSet presAssocID="{4A4ACEA6-204F-44DF-A112-87C9DA7157F3}" presName="compNode" presStyleCnt="0"/>
      <dgm:spPr/>
    </dgm:pt>
    <dgm:pt modelId="{907264D8-03F2-4D92-ACD7-BC5EB7B1213F}" type="pres">
      <dgm:prSet presAssocID="{4A4ACEA6-204F-44DF-A112-87C9DA7157F3}" presName="bgRect" presStyleLbl="bgShp" presStyleIdx="5" presStyleCnt="8"/>
      <dgm:spPr/>
    </dgm:pt>
    <dgm:pt modelId="{92713550-D2B0-44C0-84EB-FC90B3AC2DFB}" type="pres">
      <dgm:prSet presAssocID="{4A4ACEA6-204F-44DF-A112-87C9DA7157F3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CA53423A-98DA-456A-A429-C1C6F746F60B}" type="pres">
      <dgm:prSet presAssocID="{4A4ACEA6-204F-44DF-A112-87C9DA7157F3}" presName="spaceRect" presStyleCnt="0"/>
      <dgm:spPr/>
    </dgm:pt>
    <dgm:pt modelId="{73CCD9FC-BF2C-4001-97B3-CC37C56A5554}" type="pres">
      <dgm:prSet presAssocID="{4A4ACEA6-204F-44DF-A112-87C9DA7157F3}" presName="parTx" presStyleLbl="revTx" presStyleIdx="5" presStyleCnt="8">
        <dgm:presLayoutVars>
          <dgm:chMax val="0"/>
          <dgm:chPref val="0"/>
        </dgm:presLayoutVars>
      </dgm:prSet>
      <dgm:spPr/>
    </dgm:pt>
    <dgm:pt modelId="{AB8047C9-AE78-4281-BAB7-9B7564A9C917}" type="pres">
      <dgm:prSet presAssocID="{801E020A-0CC5-496B-869C-75AFFE9621AD}" presName="sibTrans" presStyleCnt="0"/>
      <dgm:spPr/>
    </dgm:pt>
    <dgm:pt modelId="{CA8D28B9-C88C-4F45-9861-541FDB37DA6E}" type="pres">
      <dgm:prSet presAssocID="{124A79B5-0A1E-48A5-9AA1-771D7C5D5F82}" presName="compNode" presStyleCnt="0"/>
      <dgm:spPr/>
    </dgm:pt>
    <dgm:pt modelId="{58EC452E-ACB0-47F7-8D8A-018F52E5C02A}" type="pres">
      <dgm:prSet presAssocID="{124A79B5-0A1E-48A5-9AA1-771D7C5D5F82}" presName="bgRect" presStyleLbl="bgShp" presStyleIdx="6" presStyleCnt="8"/>
      <dgm:spPr/>
    </dgm:pt>
    <dgm:pt modelId="{9A70893E-2B60-4DBB-B3E3-67C87A422904}" type="pres">
      <dgm:prSet presAssocID="{124A79B5-0A1E-48A5-9AA1-771D7C5D5F82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EAF62F0-6983-4A43-A9F1-DE292369A200}" type="pres">
      <dgm:prSet presAssocID="{124A79B5-0A1E-48A5-9AA1-771D7C5D5F82}" presName="spaceRect" presStyleCnt="0"/>
      <dgm:spPr/>
    </dgm:pt>
    <dgm:pt modelId="{847C758B-1DCD-4382-9807-693B05BC9692}" type="pres">
      <dgm:prSet presAssocID="{124A79B5-0A1E-48A5-9AA1-771D7C5D5F82}" presName="parTx" presStyleLbl="revTx" presStyleIdx="6" presStyleCnt="8">
        <dgm:presLayoutVars>
          <dgm:chMax val="0"/>
          <dgm:chPref val="0"/>
        </dgm:presLayoutVars>
      </dgm:prSet>
      <dgm:spPr/>
    </dgm:pt>
    <dgm:pt modelId="{9E585C5A-A088-480D-A177-A587896E692D}" type="pres">
      <dgm:prSet presAssocID="{E503A876-90E5-46E2-984E-085A0A9DFC95}" presName="sibTrans" presStyleCnt="0"/>
      <dgm:spPr/>
    </dgm:pt>
    <dgm:pt modelId="{C209B9FB-0E7A-432B-9275-BF3F0F098E7A}" type="pres">
      <dgm:prSet presAssocID="{0F3294EC-154D-4D21-A800-C5B4B808493E}" presName="compNode" presStyleCnt="0"/>
      <dgm:spPr/>
    </dgm:pt>
    <dgm:pt modelId="{7ECC289A-DD3B-40E4-8252-C7325D4B8800}" type="pres">
      <dgm:prSet presAssocID="{0F3294EC-154D-4D21-A800-C5B4B808493E}" presName="bgRect" presStyleLbl="bgShp" presStyleIdx="7" presStyleCnt="8"/>
      <dgm:spPr/>
    </dgm:pt>
    <dgm:pt modelId="{8C14CFF3-D8B5-44E6-A876-167E4975F87C}" type="pres">
      <dgm:prSet presAssocID="{0F3294EC-154D-4D21-A800-C5B4B808493E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4E1B3C35-70CC-4097-AF62-B6753ABE62EC}" type="pres">
      <dgm:prSet presAssocID="{0F3294EC-154D-4D21-A800-C5B4B808493E}" presName="spaceRect" presStyleCnt="0"/>
      <dgm:spPr/>
    </dgm:pt>
    <dgm:pt modelId="{A7B509EB-A905-40D3-82ED-14972B874D92}" type="pres">
      <dgm:prSet presAssocID="{0F3294EC-154D-4D21-A800-C5B4B808493E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D180A502-4931-4A54-B6E3-B328FC618B86}" srcId="{1E560056-656A-4DE7-AD9E-E2CC73CB6CAD}" destId="{C92BB29E-FBE7-41F0-BD51-3D1BAF5CE3AA}" srcOrd="3" destOrd="0" parTransId="{BFD11543-0219-41F1-B414-10625BB22EE0}" sibTransId="{EC68AA3D-E012-45A0-A900-3775EFBA0E70}"/>
    <dgm:cxn modelId="{532F9110-CC33-4697-B812-118B48BB6439}" type="presOf" srcId="{4A4ACEA6-204F-44DF-A112-87C9DA7157F3}" destId="{73CCD9FC-BF2C-4001-97B3-CC37C56A5554}" srcOrd="0" destOrd="0" presId="urn:microsoft.com/office/officeart/2018/2/layout/IconVerticalSolidList"/>
    <dgm:cxn modelId="{EF6E4613-789C-4A70-9C08-A6C373824EEB}" srcId="{1E560056-656A-4DE7-AD9E-E2CC73CB6CAD}" destId="{07AF64F1-34DB-4A92-8AC1-4DC7B71D4A82}" srcOrd="0" destOrd="0" parTransId="{BA5C6B9D-3BBF-4D15-84AF-3C24891FEEEF}" sibTransId="{4BCD9173-0CA3-4CF2-A148-2A64C4DF9C6B}"/>
    <dgm:cxn modelId="{0EDBEC1D-2C31-4135-A0D8-66168BCB8647}" srcId="{1E560056-656A-4DE7-AD9E-E2CC73CB6CAD}" destId="{69C7A9A6-D780-4AB0-A5F5-2E6856CDE15F}" srcOrd="1" destOrd="0" parTransId="{D3D144FB-039D-4857-9B14-CAC33C65A0D5}" sibTransId="{1A1C8E65-4104-4357-94F7-02D9917B963E}"/>
    <dgm:cxn modelId="{0883F339-D9DD-4E98-A553-3A7EA1AC58B4}" srcId="{1E560056-656A-4DE7-AD9E-E2CC73CB6CAD}" destId="{124A79B5-0A1E-48A5-9AA1-771D7C5D5F82}" srcOrd="6" destOrd="0" parTransId="{312DB421-FBEC-45A5-9A74-B1C8EF8166FB}" sibTransId="{E503A876-90E5-46E2-984E-085A0A9DFC95}"/>
    <dgm:cxn modelId="{14C18065-B867-4E5F-BA90-65CDA726FEE9}" type="presOf" srcId="{0F3294EC-154D-4D21-A800-C5B4B808493E}" destId="{A7B509EB-A905-40D3-82ED-14972B874D92}" srcOrd="0" destOrd="0" presId="urn:microsoft.com/office/officeart/2018/2/layout/IconVerticalSolidList"/>
    <dgm:cxn modelId="{DF00ED48-C543-4E08-8D18-C0D28744B432}" srcId="{1E560056-656A-4DE7-AD9E-E2CC73CB6CAD}" destId="{0F3294EC-154D-4D21-A800-C5B4B808493E}" srcOrd="7" destOrd="0" parTransId="{EAA87AAC-21F2-4D4F-AF0B-CF30843F140C}" sibTransId="{0F5E05EA-A618-4662-9C9D-B2021DAD803D}"/>
    <dgm:cxn modelId="{BB17F84B-3F92-448A-90C2-ECACBA46CADB}" type="presOf" srcId="{1E560056-656A-4DE7-AD9E-E2CC73CB6CAD}" destId="{A5A09BB5-4720-4815-92B8-89377479D818}" srcOrd="0" destOrd="0" presId="urn:microsoft.com/office/officeart/2018/2/layout/IconVerticalSolidList"/>
    <dgm:cxn modelId="{130A2A78-934B-4796-B2DA-59C47936C277}" srcId="{1E560056-656A-4DE7-AD9E-E2CC73CB6CAD}" destId="{B565BD33-2444-44E9-B77C-913A4D7FFD7A}" srcOrd="2" destOrd="0" parTransId="{6BD34A80-751A-4A94-B920-95CAD6753B2A}" sibTransId="{7D0A0A8B-1BF6-42B1-B97F-28B0BA53B225}"/>
    <dgm:cxn modelId="{F3308787-BB07-425C-973D-41AA466576A8}" type="presOf" srcId="{07AF64F1-34DB-4A92-8AC1-4DC7B71D4A82}" destId="{CB801288-2689-49C7-A031-74BDD164E783}" srcOrd="0" destOrd="0" presId="urn:microsoft.com/office/officeart/2018/2/layout/IconVerticalSolidList"/>
    <dgm:cxn modelId="{1E675D8C-59D3-4F0C-9DB0-6DA69DFF5874}" type="presOf" srcId="{124A79B5-0A1E-48A5-9AA1-771D7C5D5F82}" destId="{847C758B-1DCD-4382-9807-693B05BC9692}" srcOrd="0" destOrd="0" presId="urn:microsoft.com/office/officeart/2018/2/layout/IconVerticalSolidList"/>
    <dgm:cxn modelId="{32CFC399-769C-4B19-803B-304741098B56}" type="presOf" srcId="{B565BD33-2444-44E9-B77C-913A4D7FFD7A}" destId="{0660AB4C-FC5F-4734-9794-85EEA3294BBA}" srcOrd="0" destOrd="0" presId="urn:microsoft.com/office/officeart/2018/2/layout/IconVerticalSolidList"/>
    <dgm:cxn modelId="{23A741A5-C5F8-469A-A7CB-98CD39EADB33}" type="presOf" srcId="{C92BB29E-FBE7-41F0-BD51-3D1BAF5CE3AA}" destId="{BE357288-438C-4793-A2AB-62C1DA1A0EDE}" srcOrd="0" destOrd="0" presId="urn:microsoft.com/office/officeart/2018/2/layout/IconVerticalSolidList"/>
    <dgm:cxn modelId="{83990BB9-EEE6-4BA9-896E-DA687A74C013}" type="presOf" srcId="{E2C47F90-932C-4137-BA7F-0F2218E0AF19}" destId="{5852547E-6F6E-4E78-887B-5AA23856CE13}" srcOrd="0" destOrd="0" presId="urn:microsoft.com/office/officeart/2018/2/layout/IconVerticalSolidList"/>
    <dgm:cxn modelId="{C56937BF-95B2-416D-8B8B-68C717230212}" type="presOf" srcId="{69C7A9A6-D780-4AB0-A5F5-2E6856CDE15F}" destId="{DE903224-DC8D-4014-926A-40C0AFFFA5C7}" srcOrd="0" destOrd="0" presId="urn:microsoft.com/office/officeart/2018/2/layout/IconVerticalSolidList"/>
    <dgm:cxn modelId="{E2E64AE2-0261-41C2-9D33-63A1A3A49CC0}" srcId="{1E560056-656A-4DE7-AD9E-E2CC73CB6CAD}" destId="{4A4ACEA6-204F-44DF-A112-87C9DA7157F3}" srcOrd="5" destOrd="0" parTransId="{71F17C2D-01CE-4DF7-99F5-FEED4BC18593}" sibTransId="{801E020A-0CC5-496B-869C-75AFFE9621AD}"/>
    <dgm:cxn modelId="{6DBBB3E7-68AA-4413-AB14-CDCA903CC0EF}" srcId="{1E560056-656A-4DE7-AD9E-E2CC73CB6CAD}" destId="{E2C47F90-932C-4137-BA7F-0F2218E0AF19}" srcOrd="4" destOrd="0" parTransId="{E0482DD3-A204-411F-95C8-817081018CE1}" sibTransId="{0651EBCB-087C-4BA8-B200-A4B2FDA3E9D8}"/>
    <dgm:cxn modelId="{6BDC5403-C66E-46AA-BA97-E76A9329F267}" type="presParOf" srcId="{A5A09BB5-4720-4815-92B8-89377479D818}" destId="{0D480461-C813-4C92-B136-30C241AD67C1}" srcOrd="0" destOrd="0" presId="urn:microsoft.com/office/officeart/2018/2/layout/IconVerticalSolidList"/>
    <dgm:cxn modelId="{A37025E2-428C-4547-B9B6-C60B74CA51C0}" type="presParOf" srcId="{0D480461-C813-4C92-B136-30C241AD67C1}" destId="{7F4675D9-23B9-42F4-A5D0-67EFB339AA15}" srcOrd="0" destOrd="0" presId="urn:microsoft.com/office/officeart/2018/2/layout/IconVerticalSolidList"/>
    <dgm:cxn modelId="{7405C70E-114C-4C0C-9883-CF80B2475149}" type="presParOf" srcId="{0D480461-C813-4C92-B136-30C241AD67C1}" destId="{3653E981-0F6B-4D37-A395-E265FEC7618D}" srcOrd="1" destOrd="0" presId="urn:microsoft.com/office/officeart/2018/2/layout/IconVerticalSolidList"/>
    <dgm:cxn modelId="{071B60E1-8E17-4396-B384-211EFE32075E}" type="presParOf" srcId="{0D480461-C813-4C92-B136-30C241AD67C1}" destId="{B291171D-76DC-4FE3-987A-66CE0B8F2BC5}" srcOrd="2" destOrd="0" presId="urn:microsoft.com/office/officeart/2018/2/layout/IconVerticalSolidList"/>
    <dgm:cxn modelId="{C13A9729-DB70-441F-92D7-94D12BB2957A}" type="presParOf" srcId="{0D480461-C813-4C92-B136-30C241AD67C1}" destId="{CB801288-2689-49C7-A031-74BDD164E783}" srcOrd="3" destOrd="0" presId="urn:microsoft.com/office/officeart/2018/2/layout/IconVerticalSolidList"/>
    <dgm:cxn modelId="{75E295BB-1639-4250-8C6C-951EEC08B048}" type="presParOf" srcId="{A5A09BB5-4720-4815-92B8-89377479D818}" destId="{9A6069F8-B2ED-4921-9B40-67A8B07588F4}" srcOrd="1" destOrd="0" presId="urn:microsoft.com/office/officeart/2018/2/layout/IconVerticalSolidList"/>
    <dgm:cxn modelId="{738B020D-1691-476C-AA53-98CB6FD03374}" type="presParOf" srcId="{A5A09BB5-4720-4815-92B8-89377479D818}" destId="{C76A4757-315D-4C77-B1B5-3ED02DFE999C}" srcOrd="2" destOrd="0" presId="urn:microsoft.com/office/officeart/2018/2/layout/IconVerticalSolidList"/>
    <dgm:cxn modelId="{66258ED0-D006-4434-B2EF-D1B531B21C64}" type="presParOf" srcId="{C76A4757-315D-4C77-B1B5-3ED02DFE999C}" destId="{B0E50663-8035-43DE-BC3B-E3F41A47645B}" srcOrd="0" destOrd="0" presId="urn:microsoft.com/office/officeart/2018/2/layout/IconVerticalSolidList"/>
    <dgm:cxn modelId="{EF0105CE-25B8-4F30-AF77-627819D1A311}" type="presParOf" srcId="{C76A4757-315D-4C77-B1B5-3ED02DFE999C}" destId="{C3288145-4EBC-4E01-8FBB-FADE0DF7FB7C}" srcOrd="1" destOrd="0" presId="urn:microsoft.com/office/officeart/2018/2/layout/IconVerticalSolidList"/>
    <dgm:cxn modelId="{DC840A77-BD5C-4278-9F63-E597AE8EDB60}" type="presParOf" srcId="{C76A4757-315D-4C77-B1B5-3ED02DFE999C}" destId="{687D1A95-28A0-47D8-8C28-3B0204A22C7E}" srcOrd="2" destOrd="0" presId="urn:microsoft.com/office/officeart/2018/2/layout/IconVerticalSolidList"/>
    <dgm:cxn modelId="{4EB5FF86-FE97-4C1C-B308-C8BC1D2D4312}" type="presParOf" srcId="{C76A4757-315D-4C77-B1B5-3ED02DFE999C}" destId="{DE903224-DC8D-4014-926A-40C0AFFFA5C7}" srcOrd="3" destOrd="0" presId="urn:microsoft.com/office/officeart/2018/2/layout/IconVerticalSolidList"/>
    <dgm:cxn modelId="{33427314-1B9A-4146-8079-3219328A13E7}" type="presParOf" srcId="{A5A09BB5-4720-4815-92B8-89377479D818}" destId="{E7191482-AC06-4375-AFFD-1A1E0DBA9144}" srcOrd="3" destOrd="0" presId="urn:microsoft.com/office/officeart/2018/2/layout/IconVerticalSolidList"/>
    <dgm:cxn modelId="{7908A1B1-5A6E-4A57-8B38-D290DFF5E0BC}" type="presParOf" srcId="{A5A09BB5-4720-4815-92B8-89377479D818}" destId="{961D29EC-4576-427A-A1F8-CB0421CE4086}" srcOrd="4" destOrd="0" presId="urn:microsoft.com/office/officeart/2018/2/layout/IconVerticalSolidList"/>
    <dgm:cxn modelId="{AF8F650C-067B-4474-BC9A-9CBB8BE068A7}" type="presParOf" srcId="{961D29EC-4576-427A-A1F8-CB0421CE4086}" destId="{45F3370E-982A-498C-AB2D-372B7874E0A8}" srcOrd="0" destOrd="0" presId="urn:microsoft.com/office/officeart/2018/2/layout/IconVerticalSolidList"/>
    <dgm:cxn modelId="{76762B23-BD4D-4834-8D6D-79CFDA52BB65}" type="presParOf" srcId="{961D29EC-4576-427A-A1F8-CB0421CE4086}" destId="{A4B9CDCD-423B-425F-A083-5B0790865663}" srcOrd="1" destOrd="0" presId="urn:microsoft.com/office/officeart/2018/2/layout/IconVerticalSolidList"/>
    <dgm:cxn modelId="{1C1CB054-4314-4DEF-922E-145FF55B6C5D}" type="presParOf" srcId="{961D29EC-4576-427A-A1F8-CB0421CE4086}" destId="{51DFF872-A752-4F20-A4BD-EB9A3D7C4A9A}" srcOrd="2" destOrd="0" presId="urn:microsoft.com/office/officeart/2018/2/layout/IconVerticalSolidList"/>
    <dgm:cxn modelId="{52886050-A37C-4DDF-B2E4-DB8AB897A2ED}" type="presParOf" srcId="{961D29EC-4576-427A-A1F8-CB0421CE4086}" destId="{0660AB4C-FC5F-4734-9794-85EEA3294BBA}" srcOrd="3" destOrd="0" presId="urn:microsoft.com/office/officeart/2018/2/layout/IconVerticalSolidList"/>
    <dgm:cxn modelId="{EAC4F849-E578-4680-83C7-B0359175D617}" type="presParOf" srcId="{A5A09BB5-4720-4815-92B8-89377479D818}" destId="{E3123F00-5678-4176-8FE6-919F3AABCBBB}" srcOrd="5" destOrd="0" presId="urn:microsoft.com/office/officeart/2018/2/layout/IconVerticalSolidList"/>
    <dgm:cxn modelId="{F597FEC9-EA1B-4395-AD88-EFC6BC7C97D1}" type="presParOf" srcId="{A5A09BB5-4720-4815-92B8-89377479D818}" destId="{B80AC723-A003-441B-9F40-F1A8C4B0F463}" srcOrd="6" destOrd="0" presId="urn:microsoft.com/office/officeart/2018/2/layout/IconVerticalSolidList"/>
    <dgm:cxn modelId="{B6326791-A21A-4975-A8E2-500FFEF1A5DB}" type="presParOf" srcId="{B80AC723-A003-441B-9F40-F1A8C4B0F463}" destId="{626A2B92-5A49-4923-B7D9-F143181638C8}" srcOrd="0" destOrd="0" presId="urn:microsoft.com/office/officeart/2018/2/layout/IconVerticalSolidList"/>
    <dgm:cxn modelId="{348B91F7-ADC6-4956-AADE-2BF2C1DF53BC}" type="presParOf" srcId="{B80AC723-A003-441B-9F40-F1A8C4B0F463}" destId="{E001541C-C3CA-4992-A170-02134F2BEF34}" srcOrd="1" destOrd="0" presId="urn:microsoft.com/office/officeart/2018/2/layout/IconVerticalSolidList"/>
    <dgm:cxn modelId="{D01F9613-17D1-4AAA-BC31-5D599F0BA20C}" type="presParOf" srcId="{B80AC723-A003-441B-9F40-F1A8C4B0F463}" destId="{F520F012-ABFE-4216-80CE-7FE7A513F6BF}" srcOrd="2" destOrd="0" presId="urn:microsoft.com/office/officeart/2018/2/layout/IconVerticalSolidList"/>
    <dgm:cxn modelId="{DB48FB6B-2563-4433-89A0-254B3043E027}" type="presParOf" srcId="{B80AC723-A003-441B-9F40-F1A8C4B0F463}" destId="{BE357288-438C-4793-A2AB-62C1DA1A0EDE}" srcOrd="3" destOrd="0" presId="urn:microsoft.com/office/officeart/2018/2/layout/IconVerticalSolidList"/>
    <dgm:cxn modelId="{64086137-32A5-4EF6-8415-2AEC8DD74F83}" type="presParOf" srcId="{A5A09BB5-4720-4815-92B8-89377479D818}" destId="{01870B34-E8FB-4C67-BF57-9AEB573B4981}" srcOrd="7" destOrd="0" presId="urn:microsoft.com/office/officeart/2018/2/layout/IconVerticalSolidList"/>
    <dgm:cxn modelId="{AE71AA17-F5EA-4B71-B2B9-DE4FB5951E39}" type="presParOf" srcId="{A5A09BB5-4720-4815-92B8-89377479D818}" destId="{C0A87B7F-B41E-45B3-80B6-FFAD0FBE6B5B}" srcOrd="8" destOrd="0" presId="urn:microsoft.com/office/officeart/2018/2/layout/IconVerticalSolidList"/>
    <dgm:cxn modelId="{F6412691-7421-44EC-ABDF-DA6D12A7417C}" type="presParOf" srcId="{C0A87B7F-B41E-45B3-80B6-FFAD0FBE6B5B}" destId="{EE16B8BF-3301-4E04-8644-FA4FDF00B2BC}" srcOrd="0" destOrd="0" presId="urn:microsoft.com/office/officeart/2018/2/layout/IconVerticalSolidList"/>
    <dgm:cxn modelId="{AE1226A7-6F83-46B6-B740-77BF62CB7D60}" type="presParOf" srcId="{C0A87B7F-B41E-45B3-80B6-FFAD0FBE6B5B}" destId="{57BABE64-671D-4E3A-AD4B-883243289025}" srcOrd="1" destOrd="0" presId="urn:microsoft.com/office/officeart/2018/2/layout/IconVerticalSolidList"/>
    <dgm:cxn modelId="{4C066E5B-C7EE-4CA7-B393-53411C56B7AB}" type="presParOf" srcId="{C0A87B7F-B41E-45B3-80B6-FFAD0FBE6B5B}" destId="{583010FB-40D2-42B5-A1E8-F19AF070E7CC}" srcOrd="2" destOrd="0" presId="urn:microsoft.com/office/officeart/2018/2/layout/IconVerticalSolidList"/>
    <dgm:cxn modelId="{46C58EFA-61EE-49C1-BCB9-1002EC3CD222}" type="presParOf" srcId="{C0A87B7F-B41E-45B3-80B6-FFAD0FBE6B5B}" destId="{5852547E-6F6E-4E78-887B-5AA23856CE13}" srcOrd="3" destOrd="0" presId="urn:microsoft.com/office/officeart/2018/2/layout/IconVerticalSolidList"/>
    <dgm:cxn modelId="{F16A6BEE-DAB2-45B9-B8EF-0DB7BFC949FB}" type="presParOf" srcId="{A5A09BB5-4720-4815-92B8-89377479D818}" destId="{8407A3A3-C774-4ACA-A05F-D766A224675A}" srcOrd="9" destOrd="0" presId="urn:microsoft.com/office/officeart/2018/2/layout/IconVerticalSolidList"/>
    <dgm:cxn modelId="{7F740D75-9C36-4FB9-973C-27C802137BF5}" type="presParOf" srcId="{A5A09BB5-4720-4815-92B8-89377479D818}" destId="{AD859A0B-1031-43F2-9A2E-CA9D3A9D61C1}" srcOrd="10" destOrd="0" presId="urn:microsoft.com/office/officeart/2018/2/layout/IconVerticalSolidList"/>
    <dgm:cxn modelId="{C5786786-20D3-4B5F-AB75-179EB58A1589}" type="presParOf" srcId="{AD859A0B-1031-43F2-9A2E-CA9D3A9D61C1}" destId="{907264D8-03F2-4D92-ACD7-BC5EB7B1213F}" srcOrd="0" destOrd="0" presId="urn:microsoft.com/office/officeart/2018/2/layout/IconVerticalSolidList"/>
    <dgm:cxn modelId="{71C52A36-9541-4EB9-BA0C-677AEB300570}" type="presParOf" srcId="{AD859A0B-1031-43F2-9A2E-CA9D3A9D61C1}" destId="{92713550-D2B0-44C0-84EB-FC90B3AC2DFB}" srcOrd="1" destOrd="0" presId="urn:microsoft.com/office/officeart/2018/2/layout/IconVerticalSolidList"/>
    <dgm:cxn modelId="{397791DC-9067-4E82-AF5E-E2A920EB4F87}" type="presParOf" srcId="{AD859A0B-1031-43F2-9A2E-CA9D3A9D61C1}" destId="{CA53423A-98DA-456A-A429-C1C6F746F60B}" srcOrd="2" destOrd="0" presId="urn:microsoft.com/office/officeart/2018/2/layout/IconVerticalSolidList"/>
    <dgm:cxn modelId="{888B97C5-33F0-4AE8-B0B0-5764932BBB8A}" type="presParOf" srcId="{AD859A0B-1031-43F2-9A2E-CA9D3A9D61C1}" destId="{73CCD9FC-BF2C-4001-97B3-CC37C56A5554}" srcOrd="3" destOrd="0" presId="urn:microsoft.com/office/officeart/2018/2/layout/IconVerticalSolidList"/>
    <dgm:cxn modelId="{04D9A5B7-EF24-4454-B224-FF1F4D265D60}" type="presParOf" srcId="{A5A09BB5-4720-4815-92B8-89377479D818}" destId="{AB8047C9-AE78-4281-BAB7-9B7564A9C917}" srcOrd="11" destOrd="0" presId="urn:microsoft.com/office/officeart/2018/2/layout/IconVerticalSolidList"/>
    <dgm:cxn modelId="{3CC3175C-DDF2-426B-A9A0-9D0109AB69BD}" type="presParOf" srcId="{A5A09BB5-4720-4815-92B8-89377479D818}" destId="{CA8D28B9-C88C-4F45-9861-541FDB37DA6E}" srcOrd="12" destOrd="0" presId="urn:microsoft.com/office/officeart/2018/2/layout/IconVerticalSolidList"/>
    <dgm:cxn modelId="{5F1846FB-CB95-48C0-B003-7A1B76696E73}" type="presParOf" srcId="{CA8D28B9-C88C-4F45-9861-541FDB37DA6E}" destId="{58EC452E-ACB0-47F7-8D8A-018F52E5C02A}" srcOrd="0" destOrd="0" presId="urn:microsoft.com/office/officeart/2018/2/layout/IconVerticalSolidList"/>
    <dgm:cxn modelId="{7A2A47AC-691C-4C6D-8B0F-7DE223AA7CF5}" type="presParOf" srcId="{CA8D28B9-C88C-4F45-9861-541FDB37DA6E}" destId="{9A70893E-2B60-4DBB-B3E3-67C87A422904}" srcOrd="1" destOrd="0" presId="urn:microsoft.com/office/officeart/2018/2/layout/IconVerticalSolidList"/>
    <dgm:cxn modelId="{BDA3DE33-28DE-48F0-B3FA-D934ED991BE7}" type="presParOf" srcId="{CA8D28B9-C88C-4F45-9861-541FDB37DA6E}" destId="{3EAF62F0-6983-4A43-A9F1-DE292369A200}" srcOrd="2" destOrd="0" presId="urn:microsoft.com/office/officeart/2018/2/layout/IconVerticalSolidList"/>
    <dgm:cxn modelId="{CF8E3C97-0073-4FE6-B761-883AD537F9A0}" type="presParOf" srcId="{CA8D28B9-C88C-4F45-9861-541FDB37DA6E}" destId="{847C758B-1DCD-4382-9807-693B05BC9692}" srcOrd="3" destOrd="0" presId="urn:microsoft.com/office/officeart/2018/2/layout/IconVerticalSolidList"/>
    <dgm:cxn modelId="{5CA1786F-09EA-4489-9C05-1D5278E4E4CB}" type="presParOf" srcId="{A5A09BB5-4720-4815-92B8-89377479D818}" destId="{9E585C5A-A088-480D-A177-A587896E692D}" srcOrd="13" destOrd="0" presId="urn:microsoft.com/office/officeart/2018/2/layout/IconVerticalSolidList"/>
    <dgm:cxn modelId="{958D2A61-F815-4A7A-8C82-F65E7EF267CE}" type="presParOf" srcId="{A5A09BB5-4720-4815-92B8-89377479D818}" destId="{C209B9FB-0E7A-432B-9275-BF3F0F098E7A}" srcOrd="14" destOrd="0" presId="urn:microsoft.com/office/officeart/2018/2/layout/IconVerticalSolidList"/>
    <dgm:cxn modelId="{A3E6D52D-25AE-4A37-8DB1-786D737DB847}" type="presParOf" srcId="{C209B9FB-0E7A-432B-9275-BF3F0F098E7A}" destId="{7ECC289A-DD3B-40E4-8252-C7325D4B8800}" srcOrd="0" destOrd="0" presId="urn:microsoft.com/office/officeart/2018/2/layout/IconVerticalSolidList"/>
    <dgm:cxn modelId="{DF77A776-5B82-4460-AD5E-60F663F89380}" type="presParOf" srcId="{C209B9FB-0E7A-432B-9275-BF3F0F098E7A}" destId="{8C14CFF3-D8B5-44E6-A876-167E4975F87C}" srcOrd="1" destOrd="0" presId="urn:microsoft.com/office/officeart/2018/2/layout/IconVerticalSolidList"/>
    <dgm:cxn modelId="{11C85990-B99A-4A9C-A260-1CC62B9C5478}" type="presParOf" srcId="{C209B9FB-0E7A-432B-9275-BF3F0F098E7A}" destId="{4E1B3C35-70CC-4097-AF62-B6753ABE62EC}" srcOrd="2" destOrd="0" presId="urn:microsoft.com/office/officeart/2018/2/layout/IconVerticalSolidList"/>
    <dgm:cxn modelId="{21742412-B0C9-459C-98E1-3B7298CF366F}" type="presParOf" srcId="{C209B9FB-0E7A-432B-9275-BF3F0F098E7A}" destId="{A7B509EB-A905-40D3-82ED-14972B874D9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2492F3-DAEF-4AC3-89D5-5320C434C707}">
      <dsp:nvSpPr>
        <dsp:cNvPr id="0" name=""/>
        <dsp:cNvSpPr/>
      </dsp:nvSpPr>
      <dsp:spPr>
        <a:xfrm>
          <a:off x="0" y="307"/>
          <a:ext cx="10869248" cy="4235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18E4A8-3A47-4839-BF7C-9477E4681C7B}">
      <dsp:nvSpPr>
        <dsp:cNvPr id="0" name=""/>
        <dsp:cNvSpPr/>
      </dsp:nvSpPr>
      <dsp:spPr>
        <a:xfrm>
          <a:off x="128111" y="95597"/>
          <a:ext cx="232930" cy="2329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92803E-E026-4014-8622-0EDAE39E8465}">
      <dsp:nvSpPr>
        <dsp:cNvPr id="0" name=""/>
        <dsp:cNvSpPr/>
      </dsp:nvSpPr>
      <dsp:spPr>
        <a:xfrm>
          <a:off x="489154" y="307"/>
          <a:ext cx="10380093" cy="423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821" tIns="44821" rIns="44821" bIns="4482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wordgraphle/</a:t>
          </a:r>
          <a:endParaRPr lang="en-US" sz="1600" kern="1200"/>
        </a:p>
      </dsp:txBody>
      <dsp:txXfrm>
        <a:off x="489154" y="307"/>
        <a:ext cx="10380093" cy="423509"/>
      </dsp:txXfrm>
    </dsp:sp>
    <dsp:sp modelId="{3B6AB8BC-3FF4-4A94-98A8-1F28D6326901}">
      <dsp:nvSpPr>
        <dsp:cNvPr id="0" name=""/>
        <dsp:cNvSpPr/>
      </dsp:nvSpPr>
      <dsp:spPr>
        <a:xfrm>
          <a:off x="0" y="529695"/>
          <a:ext cx="10869248" cy="4235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6C1667-8FCE-41B3-ADEE-8D7ABF3FB4AF}">
      <dsp:nvSpPr>
        <dsp:cNvPr id="0" name=""/>
        <dsp:cNvSpPr/>
      </dsp:nvSpPr>
      <dsp:spPr>
        <a:xfrm>
          <a:off x="128111" y="624984"/>
          <a:ext cx="232930" cy="2329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E26392-379C-4398-99EB-6E1FE33A48E2}">
      <dsp:nvSpPr>
        <dsp:cNvPr id="0" name=""/>
        <dsp:cNvSpPr/>
      </dsp:nvSpPr>
      <dsp:spPr>
        <a:xfrm>
          <a:off x="489154" y="529695"/>
          <a:ext cx="10380093" cy="423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821" tIns="44821" rIns="44821" bIns="4482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├── model/          # Modelos de dados (Dictionary, Feedback, Constraints)</a:t>
          </a:r>
          <a:endParaRPr lang="en-US" sz="1600" kern="1200"/>
        </a:p>
      </dsp:txBody>
      <dsp:txXfrm>
        <a:off x="489154" y="529695"/>
        <a:ext cx="10380093" cy="423509"/>
      </dsp:txXfrm>
    </dsp:sp>
    <dsp:sp modelId="{974A6AA5-95CD-4393-A9A3-26DA181D8492}">
      <dsp:nvSpPr>
        <dsp:cNvPr id="0" name=""/>
        <dsp:cNvSpPr/>
      </dsp:nvSpPr>
      <dsp:spPr>
        <a:xfrm>
          <a:off x="0" y="1059082"/>
          <a:ext cx="10869248" cy="4235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49F3CD-8EE0-4933-8FB7-FEA5F23B66FB}">
      <dsp:nvSpPr>
        <dsp:cNvPr id="0" name=""/>
        <dsp:cNvSpPr/>
      </dsp:nvSpPr>
      <dsp:spPr>
        <a:xfrm>
          <a:off x="128111" y="1154372"/>
          <a:ext cx="232930" cy="2329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8FE1A3-54E0-4502-A0B2-757BCC17BFE3}">
      <dsp:nvSpPr>
        <dsp:cNvPr id="0" name=""/>
        <dsp:cNvSpPr/>
      </dsp:nvSpPr>
      <dsp:spPr>
        <a:xfrm>
          <a:off x="489154" y="1059082"/>
          <a:ext cx="10380093" cy="423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821" tIns="44821" rIns="44821" bIns="4482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├── engine/         # Motor do jogo (GameEngine)</a:t>
          </a:r>
          <a:endParaRPr lang="en-US" sz="1600" kern="1200"/>
        </a:p>
      </dsp:txBody>
      <dsp:txXfrm>
        <a:off x="489154" y="1059082"/>
        <a:ext cx="10380093" cy="423509"/>
      </dsp:txXfrm>
    </dsp:sp>
    <dsp:sp modelId="{F639549F-45A2-41C1-B337-FB08198BF5A6}">
      <dsp:nvSpPr>
        <dsp:cNvPr id="0" name=""/>
        <dsp:cNvSpPr/>
      </dsp:nvSpPr>
      <dsp:spPr>
        <a:xfrm>
          <a:off x="0" y="1588470"/>
          <a:ext cx="10869248" cy="4235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D508DA-F351-4F8D-93E3-D46CC450D571}">
      <dsp:nvSpPr>
        <dsp:cNvPr id="0" name=""/>
        <dsp:cNvSpPr/>
      </dsp:nvSpPr>
      <dsp:spPr>
        <a:xfrm>
          <a:off x="128111" y="1683759"/>
          <a:ext cx="232930" cy="2329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3AABB4-487A-4296-93D7-7D1966B8B625}">
      <dsp:nvSpPr>
        <dsp:cNvPr id="0" name=""/>
        <dsp:cNvSpPr/>
      </dsp:nvSpPr>
      <dsp:spPr>
        <a:xfrm>
          <a:off x="489154" y="1588470"/>
          <a:ext cx="10380093" cy="423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821" tIns="44821" rIns="44821" bIns="4482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├── graph/          # Modelo de grafo (GraphModel)</a:t>
          </a:r>
          <a:endParaRPr lang="en-US" sz="1600" kern="1200"/>
        </a:p>
      </dsp:txBody>
      <dsp:txXfrm>
        <a:off x="489154" y="1588470"/>
        <a:ext cx="10380093" cy="423509"/>
      </dsp:txXfrm>
    </dsp:sp>
    <dsp:sp modelId="{1DAEF99D-6D35-4345-9088-0A66ABC7096B}">
      <dsp:nvSpPr>
        <dsp:cNvPr id="0" name=""/>
        <dsp:cNvSpPr/>
      </dsp:nvSpPr>
      <dsp:spPr>
        <a:xfrm>
          <a:off x="0" y="2117857"/>
          <a:ext cx="10869248" cy="4235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FDFB59-EE05-4E89-9D5E-91BDB3A51BA8}">
      <dsp:nvSpPr>
        <dsp:cNvPr id="0" name=""/>
        <dsp:cNvSpPr/>
      </dsp:nvSpPr>
      <dsp:spPr>
        <a:xfrm>
          <a:off x="128111" y="2213147"/>
          <a:ext cx="232930" cy="23293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5576E-E850-4A2A-9A55-78CD330DC925}">
      <dsp:nvSpPr>
        <dsp:cNvPr id="0" name=""/>
        <dsp:cNvSpPr/>
      </dsp:nvSpPr>
      <dsp:spPr>
        <a:xfrm>
          <a:off x="489154" y="2117857"/>
          <a:ext cx="10380093" cy="423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821" tIns="44821" rIns="44821" bIns="4482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├── solver/         # Algoritmos de sugestão (Solver)</a:t>
          </a:r>
          <a:endParaRPr lang="en-US" sz="1600" kern="1200"/>
        </a:p>
      </dsp:txBody>
      <dsp:txXfrm>
        <a:off x="489154" y="2117857"/>
        <a:ext cx="10380093" cy="423509"/>
      </dsp:txXfrm>
    </dsp:sp>
    <dsp:sp modelId="{13090E3F-7924-4817-A6AB-202E5F43DF98}">
      <dsp:nvSpPr>
        <dsp:cNvPr id="0" name=""/>
        <dsp:cNvSpPr/>
      </dsp:nvSpPr>
      <dsp:spPr>
        <a:xfrm>
          <a:off x="0" y="2647244"/>
          <a:ext cx="10869248" cy="4235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47478-6078-4FA6-8B97-E859024365AC}">
      <dsp:nvSpPr>
        <dsp:cNvPr id="0" name=""/>
        <dsp:cNvSpPr/>
      </dsp:nvSpPr>
      <dsp:spPr>
        <a:xfrm>
          <a:off x="128111" y="2742534"/>
          <a:ext cx="232930" cy="23293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7C80B8-BF3F-4E46-AF41-8A1870932B91}">
      <dsp:nvSpPr>
        <dsp:cNvPr id="0" name=""/>
        <dsp:cNvSpPr/>
      </dsp:nvSpPr>
      <dsp:spPr>
        <a:xfrm>
          <a:off x="489154" y="2647244"/>
          <a:ext cx="10380093" cy="423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821" tIns="44821" rIns="44821" bIns="4482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├── ui/             # Interface gráfica (WordGraphleFrame, GraphPanel)</a:t>
          </a:r>
          <a:endParaRPr lang="en-US" sz="1600" kern="1200"/>
        </a:p>
      </dsp:txBody>
      <dsp:txXfrm>
        <a:off x="489154" y="2647244"/>
        <a:ext cx="10380093" cy="423509"/>
      </dsp:txXfrm>
    </dsp:sp>
    <dsp:sp modelId="{3DC42CD7-4797-48C6-AF5C-43D2589CB5B1}">
      <dsp:nvSpPr>
        <dsp:cNvPr id="0" name=""/>
        <dsp:cNvSpPr/>
      </dsp:nvSpPr>
      <dsp:spPr>
        <a:xfrm>
          <a:off x="0" y="3176632"/>
          <a:ext cx="10869248" cy="4235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10200E-3219-4FD7-9AAD-EF2040053036}">
      <dsp:nvSpPr>
        <dsp:cNvPr id="0" name=""/>
        <dsp:cNvSpPr/>
      </dsp:nvSpPr>
      <dsp:spPr>
        <a:xfrm>
          <a:off x="128111" y="3271922"/>
          <a:ext cx="232930" cy="23293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45A24-FDD7-4368-AA8D-7917C6F83CF0}">
      <dsp:nvSpPr>
        <dsp:cNvPr id="0" name=""/>
        <dsp:cNvSpPr/>
      </dsp:nvSpPr>
      <dsp:spPr>
        <a:xfrm>
          <a:off x="489154" y="3176632"/>
          <a:ext cx="10380093" cy="423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821" tIns="44821" rIns="44821" bIns="4482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└── WordGraphleApp  # Classe principal</a:t>
          </a:r>
          <a:endParaRPr lang="en-US" sz="1600" kern="1200"/>
        </a:p>
      </dsp:txBody>
      <dsp:txXfrm>
        <a:off x="489154" y="3176632"/>
        <a:ext cx="10380093" cy="4235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4675D9-23B9-42F4-A5D0-67EFB339AA15}">
      <dsp:nvSpPr>
        <dsp:cNvPr id="0" name=""/>
        <dsp:cNvSpPr/>
      </dsp:nvSpPr>
      <dsp:spPr>
        <a:xfrm>
          <a:off x="0" y="686"/>
          <a:ext cx="7742583" cy="5768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53E981-0F6B-4D37-A395-E265FEC7618D}">
      <dsp:nvSpPr>
        <dsp:cNvPr id="0" name=""/>
        <dsp:cNvSpPr/>
      </dsp:nvSpPr>
      <dsp:spPr>
        <a:xfrm>
          <a:off x="174487" y="130470"/>
          <a:ext cx="317249" cy="317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01288-2689-49C7-A031-74BDD164E783}">
      <dsp:nvSpPr>
        <dsp:cNvPr id="0" name=""/>
        <dsp:cNvSpPr/>
      </dsp:nvSpPr>
      <dsp:spPr>
        <a:xfrm>
          <a:off x="666223" y="686"/>
          <a:ext cx="7076359" cy="576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46" tIns="61046" rIns="61046" bIns="6104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Modelagem de relações entre letras:</a:t>
          </a:r>
          <a:endParaRPr lang="en-US" sz="1600" kern="1200" dirty="0"/>
        </a:p>
      </dsp:txBody>
      <dsp:txXfrm>
        <a:off x="666223" y="686"/>
        <a:ext cx="7076359" cy="576817"/>
      </dsp:txXfrm>
    </dsp:sp>
    <dsp:sp modelId="{B0E50663-8035-43DE-BC3B-E3F41A47645B}">
      <dsp:nvSpPr>
        <dsp:cNvPr id="0" name=""/>
        <dsp:cNvSpPr/>
      </dsp:nvSpPr>
      <dsp:spPr>
        <a:xfrm>
          <a:off x="0" y="721708"/>
          <a:ext cx="7742583" cy="5768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88145-4EBC-4E01-8FBB-FADE0DF7FB7C}">
      <dsp:nvSpPr>
        <dsp:cNvPr id="0" name=""/>
        <dsp:cNvSpPr/>
      </dsp:nvSpPr>
      <dsp:spPr>
        <a:xfrm>
          <a:off x="174487" y="851492"/>
          <a:ext cx="317249" cy="317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903224-DC8D-4014-926A-40C0AFFFA5C7}">
      <dsp:nvSpPr>
        <dsp:cNvPr id="0" name=""/>
        <dsp:cNvSpPr/>
      </dsp:nvSpPr>
      <dsp:spPr>
        <a:xfrm>
          <a:off x="666223" y="721708"/>
          <a:ext cx="7076359" cy="576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46" tIns="61046" rIns="61046" bIns="6104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Cada letra é um </a:t>
          </a:r>
          <a:r>
            <a:rPr lang="pt-BR" sz="1600" b="1" kern="1200" dirty="0"/>
            <a:t>vértice</a:t>
          </a:r>
          <a:r>
            <a:rPr lang="pt-BR" sz="1600" kern="1200" dirty="0"/>
            <a:t> no grafo</a:t>
          </a:r>
          <a:endParaRPr lang="en-US" sz="1600" kern="1200" dirty="0"/>
        </a:p>
      </dsp:txBody>
      <dsp:txXfrm>
        <a:off x="666223" y="721708"/>
        <a:ext cx="7076359" cy="576817"/>
      </dsp:txXfrm>
    </dsp:sp>
    <dsp:sp modelId="{45F3370E-982A-498C-AB2D-372B7874E0A8}">
      <dsp:nvSpPr>
        <dsp:cNvPr id="0" name=""/>
        <dsp:cNvSpPr/>
      </dsp:nvSpPr>
      <dsp:spPr>
        <a:xfrm>
          <a:off x="0" y="1442729"/>
          <a:ext cx="7742583" cy="5768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B9CDCD-423B-425F-A083-5B0790865663}">
      <dsp:nvSpPr>
        <dsp:cNvPr id="0" name=""/>
        <dsp:cNvSpPr/>
      </dsp:nvSpPr>
      <dsp:spPr>
        <a:xfrm>
          <a:off x="174487" y="1572513"/>
          <a:ext cx="317249" cy="317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AB4C-FC5F-4734-9794-85EEA3294BBA}">
      <dsp:nvSpPr>
        <dsp:cNvPr id="0" name=""/>
        <dsp:cNvSpPr/>
      </dsp:nvSpPr>
      <dsp:spPr>
        <a:xfrm>
          <a:off x="666223" y="1442729"/>
          <a:ext cx="7076359" cy="576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46" tIns="61046" rIns="61046" bIns="6104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Letras conectadas por </a:t>
          </a:r>
          <a:r>
            <a:rPr lang="pt-BR" sz="1600" b="1" kern="1200" dirty="0"/>
            <a:t>arestas </a:t>
          </a:r>
          <a:r>
            <a:rPr lang="pt-BR" sz="1600" kern="1200" dirty="0"/>
            <a:t>quando existe alguma palavra com tal</a:t>
          </a:r>
          <a:endParaRPr lang="en-US" sz="1600" kern="1200" dirty="0"/>
        </a:p>
      </dsp:txBody>
      <dsp:txXfrm>
        <a:off x="666223" y="1442729"/>
        <a:ext cx="7076359" cy="576817"/>
      </dsp:txXfrm>
    </dsp:sp>
    <dsp:sp modelId="{626A2B92-5A49-4923-B7D9-F143181638C8}">
      <dsp:nvSpPr>
        <dsp:cNvPr id="0" name=""/>
        <dsp:cNvSpPr/>
      </dsp:nvSpPr>
      <dsp:spPr>
        <a:xfrm>
          <a:off x="0" y="2163751"/>
          <a:ext cx="7742583" cy="5768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01541C-C3CA-4992-A170-02134F2BEF34}">
      <dsp:nvSpPr>
        <dsp:cNvPr id="0" name=""/>
        <dsp:cNvSpPr/>
      </dsp:nvSpPr>
      <dsp:spPr>
        <a:xfrm>
          <a:off x="174487" y="2293535"/>
          <a:ext cx="317249" cy="317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357288-438C-4793-A2AB-62C1DA1A0EDE}">
      <dsp:nvSpPr>
        <dsp:cNvPr id="0" name=""/>
        <dsp:cNvSpPr/>
      </dsp:nvSpPr>
      <dsp:spPr>
        <a:xfrm>
          <a:off x="666223" y="2163751"/>
          <a:ext cx="7076359" cy="576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46" tIns="61046" rIns="61046" bIns="6104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Permite análise de vizinhança e conectividade</a:t>
          </a:r>
          <a:endParaRPr lang="en-US" sz="1600" kern="1200" dirty="0"/>
        </a:p>
      </dsp:txBody>
      <dsp:txXfrm>
        <a:off x="666223" y="2163751"/>
        <a:ext cx="7076359" cy="576817"/>
      </dsp:txXfrm>
    </dsp:sp>
    <dsp:sp modelId="{EE16B8BF-3301-4E04-8644-FA4FDF00B2BC}">
      <dsp:nvSpPr>
        <dsp:cNvPr id="0" name=""/>
        <dsp:cNvSpPr/>
      </dsp:nvSpPr>
      <dsp:spPr>
        <a:xfrm>
          <a:off x="0" y="2884772"/>
          <a:ext cx="7742583" cy="5768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ABE64-671D-4E3A-AD4B-883243289025}">
      <dsp:nvSpPr>
        <dsp:cNvPr id="0" name=""/>
        <dsp:cNvSpPr/>
      </dsp:nvSpPr>
      <dsp:spPr>
        <a:xfrm>
          <a:off x="174487" y="3014556"/>
          <a:ext cx="317249" cy="317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52547E-6F6E-4E78-887B-5AA23856CE13}">
      <dsp:nvSpPr>
        <dsp:cNvPr id="0" name=""/>
        <dsp:cNvSpPr/>
      </dsp:nvSpPr>
      <dsp:spPr>
        <a:xfrm>
          <a:off x="666223" y="2884772"/>
          <a:ext cx="7076359" cy="576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46" tIns="61046" rIns="61046" bIns="6104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Aplicações:</a:t>
          </a:r>
          <a:endParaRPr lang="en-US" sz="1600" kern="1200"/>
        </a:p>
      </dsp:txBody>
      <dsp:txXfrm>
        <a:off x="666223" y="2884772"/>
        <a:ext cx="7076359" cy="576817"/>
      </dsp:txXfrm>
    </dsp:sp>
    <dsp:sp modelId="{907264D8-03F2-4D92-ACD7-BC5EB7B1213F}">
      <dsp:nvSpPr>
        <dsp:cNvPr id="0" name=""/>
        <dsp:cNvSpPr/>
      </dsp:nvSpPr>
      <dsp:spPr>
        <a:xfrm>
          <a:off x="0" y="3605794"/>
          <a:ext cx="7742583" cy="5768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713550-D2B0-44C0-84EB-FC90B3AC2DFB}">
      <dsp:nvSpPr>
        <dsp:cNvPr id="0" name=""/>
        <dsp:cNvSpPr/>
      </dsp:nvSpPr>
      <dsp:spPr>
        <a:xfrm>
          <a:off x="174487" y="3735578"/>
          <a:ext cx="317249" cy="31724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CCD9FC-BF2C-4001-97B3-CC37C56A5554}">
      <dsp:nvSpPr>
        <dsp:cNvPr id="0" name=""/>
        <dsp:cNvSpPr/>
      </dsp:nvSpPr>
      <dsp:spPr>
        <a:xfrm>
          <a:off x="666223" y="3605794"/>
          <a:ext cx="7076359" cy="576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46" tIns="61046" rIns="61046" bIns="6104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Sugestões inteligentes baseadas em proximidade</a:t>
          </a:r>
          <a:endParaRPr lang="en-US" sz="1600" kern="1200" dirty="0"/>
        </a:p>
      </dsp:txBody>
      <dsp:txXfrm>
        <a:off x="666223" y="3605794"/>
        <a:ext cx="7076359" cy="576817"/>
      </dsp:txXfrm>
    </dsp:sp>
    <dsp:sp modelId="{58EC452E-ACB0-47F7-8D8A-018F52E5C02A}">
      <dsp:nvSpPr>
        <dsp:cNvPr id="0" name=""/>
        <dsp:cNvSpPr/>
      </dsp:nvSpPr>
      <dsp:spPr>
        <a:xfrm>
          <a:off x="0" y="4326815"/>
          <a:ext cx="7742583" cy="5768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70893E-2B60-4DBB-B3E3-67C87A422904}">
      <dsp:nvSpPr>
        <dsp:cNvPr id="0" name=""/>
        <dsp:cNvSpPr/>
      </dsp:nvSpPr>
      <dsp:spPr>
        <a:xfrm>
          <a:off x="174487" y="4456599"/>
          <a:ext cx="317249" cy="31724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7C758B-1DCD-4382-9807-693B05BC9692}">
      <dsp:nvSpPr>
        <dsp:cNvPr id="0" name=""/>
        <dsp:cNvSpPr/>
      </dsp:nvSpPr>
      <dsp:spPr>
        <a:xfrm>
          <a:off x="666223" y="4326815"/>
          <a:ext cx="7076359" cy="576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46" tIns="61046" rIns="61046" bIns="6104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Análise de palavras candidatas</a:t>
          </a:r>
          <a:endParaRPr lang="en-US" sz="1600" kern="1200" dirty="0"/>
        </a:p>
      </dsp:txBody>
      <dsp:txXfrm>
        <a:off x="666223" y="4326815"/>
        <a:ext cx="7076359" cy="576817"/>
      </dsp:txXfrm>
    </dsp:sp>
    <dsp:sp modelId="{7ECC289A-DD3B-40E4-8252-C7325D4B8800}">
      <dsp:nvSpPr>
        <dsp:cNvPr id="0" name=""/>
        <dsp:cNvSpPr/>
      </dsp:nvSpPr>
      <dsp:spPr>
        <a:xfrm>
          <a:off x="0" y="5047837"/>
          <a:ext cx="7742583" cy="5768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14CFF3-D8B5-44E6-A876-167E4975F87C}">
      <dsp:nvSpPr>
        <dsp:cNvPr id="0" name=""/>
        <dsp:cNvSpPr/>
      </dsp:nvSpPr>
      <dsp:spPr>
        <a:xfrm>
          <a:off x="174487" y="5177620"/>
          <a:ext cx="317249" cy="317249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B509EB-A905-40D3-82ED-14972B874D92}">
      <dsp:nvSpPr>
        <dsp:cNvPr id="0" name=""/>
        <dsp:cNvSpPr/>
      </dsp:nvSpPr>
      <dsp:spPr>
        <a:xfrm>
          <a:off x="666223" y="5047837"/>
          <a:ext cx="7076359" cy="576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46" tIns="61046" rIns="61046" bIns="6104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Otimização de estratégias de jogo</a:t>
          </a:r>
          <a:endParaRPr lang="en-US" sz="1600" kern="1200" dirty="0"/>
        </a:p>
      </dsp:txBody>
      <dsp:txXfrm>
        <a:off x="666223" y="5047837"/>
        <a:ext cx="7076359" cy="5768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714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27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52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3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74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926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27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7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38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332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21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A26A151-13BF-4305-A6DC-9DC7C9877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EA5AB4-2C5A-4C31-87B5-8AEE1ABC8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29884" y="6324431"/>
            <a:ext cx="62116" cy="4289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3BC051-A3B3-7482-7A76-A5C6D41EE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365125"/>
            <a:ext cx="5022630" cy="243003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Word graphle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125367-6C2F-B0E9-3E6C-B9BC71933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054927"/>
            <a:ext cx="5022630" cy="31220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solidFill>
                  <a:schemeClr val="bg1"/>
                </a:solidFill>
              </a:rPr>
              <a:t>Felipe Fazio da Costa - RA: 23.00055-4 </a:t>
            </a:r>
          </a:p>
          <a:p>
            <a:r>
              <a:rPr lang="en-US" sz="1800">
                <a:solidFill>
                  <a:schemeClr val="bg1"/>
                </a:solidFill>
              </a:rPr>
              <a:t>Arthur Gama Ruiz - RA: 23.01445-8 </a:t>
            </a:r>
          </a:p>
          <a:p>
            <a:r>
              <a:rPr lang="en-US" sz="1800">
                <a:solidFill>
                  <a:schemeClr val="bg1"/>
                </a:solidFill>
              </a:rPr>
              <a:t>Enzo Oliveira D’Onofrio - RA: 23.01561-6 </a:t>
            </a:r>
          </a:p>
          <a:p>
            <a:r>
              <a:rPr lang="en-US" sz="1800">
                <a:solidFill>
                  <a:schemeClr val="bg1"/>
                </a:solidFill>
              </a:rPr>
              <a:t>Pedro Willian Palumbo Bevilacqua - RA: 23.01307-9 </a:t>
            </a:r>
          </a:p>
          <a:p>
            <a:r>
              <a:rPr lang="en-US" sz="1800">
                <a:solidFill>
                  <a:schemeClr val="bg1"/>
                </a:solidFill>
              </a:rPr>
              <a:t>João Vitor Morimoto Sesma - RA: 23.01516-0 </a:t>
            </a:r>
          </a:p>
          <a:p>
            <a:r>
              <a:rPr lang="en-US" sz="1800">
                <a:solidFill>
                  <a:schemeClr val="bg1"/>
                </a:solidFill>
              </a:rPr>
              <a:t>Leonardo Souza Olivieri - RA: 23.01512-8</a:t>
            </a:r>
          </a:p>
          <a:p>
            <a:endParaRPr lang="en-US" sz="1800">
              <a:solidFill>
                <a:schemeClr val="bg1"/>
              </a:solidFill>
            </a:endParaRPr>
          </a:p>
        </p:txBody>
      </p:sp>
      <p:pic>
        <p:nvPicPr>
          <p:cNvPr id="6" name="Imagem 5" descr="Uma imagem contendo objeto, relógio, trem, monitor&#10;&#10;O conteúdo gerado por IA pode estar incorreto.">
            <a:extLst>
              <a:ext uri="{FF2B5EF4-FFF2-40B4-BE49-F238E27FC236}">
                <a16:creationId xmlns:a16="http://schemas.microsoft.com/office/drawing/2014/main" id="{EAF416A7-0E1A-CD07-FB33-D23FA25D4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0550" y="724776"/>
            <a:ext cx="5126898" cy="530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259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9">
            <a:extLst>
              <a:ext uri="{FF2B5EF4-FFF2-40B4-BE49-F238E27FC236}">
                <a16:creationId xmlns:a16="http://schemas.microsoft.com/office/drawing/2014/main" id="{D5330DB3-5CFA-4A1C-8DFC-3CAE24E60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217F9F14-9FAD-4036-9393-4470ED0DF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29000"/>
            <a:ext cx="6095998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2D3B07-F31E-7AE0-04E3-257DA906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3797597"/>
            <a:ext cx="5086908" cy="24239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b="1" dirty="0"/>
              <a:t>O que é o </a:t>
            </a:r>
            <a:r>
              <a:rPr lang="pt-BR" b="1" dirty="0" err="1"/>
              <a:t>WordGraphle</a:t>
            </a:r>
            <a:r>
              <a:rPr lang="pt-BR" b="1" dirty="0"/>
              <a:t>?</a:t>
            </a:r>
            <a:br>
              <a:rPr lang="pt-BR" dirty="0"/>
            </a:br>
            <a:endParaRPr lang="pt-BR" dirty="0"/>
          </a:p>
        </p:txBody>
      </p:sp>
      <p:pic>
        <p:nvPicPr>
          <p:cNvPr id="8" name="Graphic 6" descr="Chat Sólido">
            <a:extLst>
              <a:ext uri="{FF2B5EF4-FFF2-40B4-BE49-F238E27FC236}">
                <a16:creationId xmlns:a16="http://schemas.microsoft.com/office/drawing/2014/main" id="{A0880624-C560-0FFD-27F4-15A5C2933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7387" y="264354"/>
            <a:ext cx="2881876" cy="2881876"/>
          </a:xfrm>
          <a:prstGeom prst="rect">
            <a:avLst/>
          </a:prstGeom>
        </p:spPr>
      </p:pic>
      <p:grpSp>
        <p:nvGrpSpPr>
          <p:cNvPr id="9" name="Group 13">
            <a:extLst>
              <a:ext uri="{FF2B5EF4-FFF2-40B4-BE49-F238E27FC236}">
                <a16:creationId xmlns:a16="http://schemas.microsoft.com/office/drawing/2014/main" id="{213B6D00-F6C3-4D23-AC88-BD80EC42F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2" y="0"/>
            <a:ext cx="6095998" cy="6858000"/>
            <a:chOff x="6096002" y="-9073"/>
            <a:chExt cx="6095998" cy="6867073"/>
          </a:xfrm>
        </p:grpSpPr>
        <p:sp>
          <p:nvSpPr>
            <p:cNvPr id="11" name="Rectangle 14">
              <a:extLst>
                <a:ext uri="{FF2B5EF4-FFF2-40B4-BE49-F238E27FC236}">
                  <a16:creationId xmlns:a16="http://schemas.microsoft.com/office/drawing/2014/main" id="{28982163-BF99-406E-9431-767E9C2A1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FD8CF80C-949E-4382-B6B3-4AE9723CD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F8F93F-0E14-B1FE-3F04-1CE1D0C68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1176" y="365125"/>
            <a:ext cx="4862623" cy="5811838"/>
          </a:xfrm>
        </p:spPr>
        <p:txBody>
          <a:bodyPr>
            <a:normAutofit/>
          </a:bodyPr>
          <a:lstStyle/>
          <a:p>
            <a:r>
              <a:rPr lang="pt-BR" dirty="0"/>
              <a:t>- Adivinhar uma palavra de 5 letras em até 6 tentativas</a:t>
            </a:r>
          </a:p>
          <a:p>
            <a:r>
              <a:rPr lang="pt-BR" dirty="0"/>
              <a:t>- Sistema de feedback colorido após cada tentativa:</a:t>
            </a:r>
          </a:p>
          <a:p>
            <a:r>
              <a:rPr lang="pt-BR" dirty="0"/>
              <a:t>  - 🟩 </a:t>
            </a:r>
            <a:r>
              <a:rPr lang="pt-BR" b="1" dirty="0"/>
              <a:t>Verde</a:t>
            </a:r>
            <a:r>
              <a:rPr lang="pt-BR" dirty="0"/>
              <a:t>: Letra correta na posição correta</a:t>
            </a:r>
          </a:p>
          <a:p>
            <a:r>
              <a:rPr lang="pt-BR" dirty="0"/>
              <a:t>  - 🟨 </a:t>
            </a:r>
            <a:r>
              <a:rPr lang="pt-BR" b="1" dirty="0"/>
              <a:t>Amarelo</a:t>
            </a:r>
            <a:r>
              <a:rPr lang="pt-BR" dirty="0"/>
              <a:t>: Letra existe, mas na posição errada</a:t>
            </a:r>
          </a:p>
          <a:p>
            <a:r>
              <a:rPr lang="pt-BR" dirty="0"/>
              <a:t>  - ⬜ </a:t>
            </a:r>
            <a:r>
              <a:rPr lang="pt-BR" b="1" dirty="0"/>
              <a:t>Cinza</a:t>
            </a:r>
            <a:r>
              <a:rPr lang="pt-BR" dirty="0"/>
              <a:t>: Letra não existe na palavra</a:t>
            </a:r>
          </a:p>
          <a:p>
            <a:r>
              <a:rPr lang="pt-BR" dirty="0"/>
              <a:t>- Dicionário com palavras em português (PT-BR)</a:t>
            </a:r>
          </a:p>
          <a:p>
            <a:endParaRPr lang="pt-BR" dirty="0"/>
          </a:p>
        </p:txBody>
      </p:sp>
      <p:pic>
        <p:nvPicPr>
          <p:cNvPr id="4" name="Imagem 3" descr="Uma imagem contendo objeto, relógio, trem, monitor&#10;&#10;O conteúdo gerado por IA pode estar incorreto.">
            <a:extLst>
              <a:ext uri="{FF2B5EF4-FFF2-40B4-BE49-F238E27FC236}">
                <a16:creationId xmlns:a16="http://schemas.microsoft.com/office/drawing/2014/main" id="{4B931C82-52DE-309C-D2FC-0C324AC77E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3298" y="6176963"/>
            <a:ext cx="579202" cy="59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353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F0DCF-B7DF-68CF-9400-4E9339E34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/>
              <a:t>Arquitetura do Projeto</a:t>
            </a:r>
            <a:endParaRPr lang="pt-BR" dirty="0"/>
          </a:p>
        </p:txBody>
      </p:sp>
      <p:graphicFrame>
        <p:nvGraphicFramePr>
          <p:cNvPr id="7" name="Espaço Reservado para Conteúdo 2">
            <a:extLst>
              <a:ext uri="{FF2B5EF4-FFF2-40B4-BE49-F238E27FC236}">
                <a16:creationId xmlns:a16="http://schemas.microsoft.com/office/drawing/2014/main" id="{8E18736A-38C1-26C8-67E3-B53C0110AD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4552" y="2576513"/>
          <a:ext cx="10869248" cy="3600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m 3" descr="Uma imagem contendo objeto, relógio, trem, monitor&#10;&#10;O conteúdo gerado por IA pode estar incorreto.">
            <a:extLst>
              <a:ext uri="{FF2B5EF4-FFF2-40B4-BE49-F238E27FC236}">
                <a16:creationId xmlns:a16="http://schemas.microsoft.com/office/drawing/2014/main" id="{CECD26F4-2269-9886-6C4C-FC745BCD59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3298" y="6176963"/>
            <a:ext cx="579202" cy="59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13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2380A34A-731B-4B77-8D1A-4326EA612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B49B49-114E-ABE0-869B-70587368D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2" y="365125"/>
            <a:ext cx="2689847" cy="3938518"/>
          </a:xfrm>
        </p:spPr>
        <p:txBody>
          <a:bodyPr>
            <a:normAutofit/>
          </a:bodyPr>
          <a:lstStyle/>
          <a:p>
            <a:r>
              <a:rPr lang="pt-BR" sz="3200" b="1" dirty="0"/>
              <a:t>Estrutura de Dados - Grafo</a:t>
            </a:r>
            <a:endParaRPr lang="pt-BR" sz="3200" dirty="0"/>
          </a:p>
        </p:txBody>
      </p:sp>
      <p:grpSp>
        <p:nvGrpSpPr>
          <p:cNvPr id="19" name="Group 12">
            <a:extLst>
              <a:ext uri="{FF2B5EF4-FFF2-40B4-BE49-F238E27FC236}">
                <a16:creationId xmlns:a16="http://schemas.microsoft.com/office/drawing/2014/main" id="{E5CD2E8B-968C-4DDC-9470-260B5DA13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72778"/>
            <a:ext cx="3047997" cy="2285222"/>
            <a:chOff x="0" y="3438071"/>
            <a:chExt cx="3047997" cy="3429000"/>
          </a:xfrm>
        </p:grpSpPr>
        <p:sp>
          <p:nvSpPr>
            <p:cNvPr id="20" name="Rectangle 13">
              <a:extLst>
                <a:ext uri="{FF2B5EF4-FFF2-40B4-BE49-F238E27FC236}">
                  <a16:creationId xmlns:a16="http://schemas.microsoft.com/office/drawing/2014/main" id="{54940AF6-4BB8-4A24-9BCA-B088F02BD8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" y="3438071"/>
              <a:ext cx="3047991" cy="3429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14">
              <a:extLst>
                <a:ext uri="{FF2B5EF4-FFF2-40B4-BE49-F238E27FC236}">
                  <a16:creationId xmlns:a16="http://schemas.microsoft.com/office/drawing/2014/main" id="{44AD7D5E-CDD6-4468-9F5F-6802387A9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447142"/>
              <a:ext cx="3047997" cy="3419929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2" name="Espaço Reservado para Conteúdo 2">
            <a:extLst>
              <a:ext uri="{FF2B5EF4-FFF2-40B4-BE49-F238E27FC236}">
                <a16:creationId xmlns:a16="http://schemas.microsoft.com/office/drawing/2014/main" id="{7AF605B4-35A9-9A42-999E-A8F0F753B6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9424026"/>
              </p:ext>
            </p:extLst>
          </p:nvPr>
        </p:nvGraphicFramePr>
        <p:xfrm>
          <a:off x="3811656" y="551622"/>
          <a:ext cx="7742583" cy="56253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m 3" descr="Uma imagem contendo objeto, relógio, trem, monitor&#10;&#10;O conteúdo gerado por IA pode estar incorreto.">
            <a:extLst>
              <a:ext uri="{FF2B5EF4-FFF2-40B4-BE49-F238E27FC236}">
                <a16:creationId xmlns:a16="http://schemas.microsoft.com/office/drawing/2014/main" id="{83A47502-0911-B1D8-6F9F-4F56EA616C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3298" y="6176963"/>
            <a:ext cx="579202" cy="59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25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71C7DD5-7534-4C64-85EA-F76DC5A3C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0E09B2-3F30-4CC7-8D68-D65034EA4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3955EB-AAA7-6118-C488-B118D0D5C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184728" cy="2753386"/>
          </a:xfrm>
        </p:spPr>
        <p:txBody>
          <a:bodyPr anchor="ctr">
            <a:normAutofit/>
          </a:bodyPr>
          <a:lstStyle/>
          <a:p>
            <a:r>
              <a:rPr lang="pt-BR" b="1" dirty="0"/>
              <a:t>Componentes Principais</a:t>
            </a:r>
            <a:endParaRPr lang="pt-BR" dirty="0"/>
          </a:p>
        </p:txBody>
      </p:sp>
      <p:pic>
        <p:nvPicPr>
          <p:cNvPr id="7" name="Graphic 6" descr="Manual">
            <a:extLst>
              <a:ext uri="{FF2B5EF4-FFF2-40B4-BE49-F238E27FC236}">
                <a16:creationId xmlns:a16="http://schemas.microsoft.com/office/drawing/2014/main" id="{06388D8B-8821-34CD-7570-D1A46F0E2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9911" y="3707199"/>
            <a:ext cx="2562113" cy="2562113"/>
          </a:xfrm>
          <a:prstGeom prst="rect">
            <a:avLst/>
          </a:prstGeom>
        </p:spPr>
      </p:pic>
      <p:grpSp>
        <p:nvGrpSpPr>
          <p:cNvPr id="17" name="Group 13">
            <a:extLst>
              <a:ext uri="{FF2B5EF4-FFF2-40B4-BE49-F238E27FC236}">
                <a16:creationId xmlns:a16="http://schemas.microsoft.com/office/drawing/2014/main" id="{94078E34-F34C-4282-96E4-6D432572B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2" y="0"/>
            <a:ext cx="6095998" cy="6858000"/>
            <a:chOff x="6096002" y="-9073"/>
            <a:chExt cx="6095998" cy="6867073"/>
          </a:xfrm>
        </p:grpSpPr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C35FC41C-8786-44E0-B81D-ED9000CF6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967E311-3ADD-4CEE-8B26-8D060DA56E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Espaço Reservado para Conteúdo 2">
            <a:extLst>
              <a:ext uri="{FF2B5EF4-FFF2-40B4-BE49-F238E27FC236}">
                <a16:creationId xmlns:a16="http://schemas.microsoft.com/office/drawing/2014/main" id="{A68A9055-7208-EDEB-D86E-4BB08CF99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9646" y="365125"/>
            <a:ext cx="4904153" cy="58118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b="1" err="1"/>
              <a:t>Dictionary</a:t>
            </a:r>
            <a:r>
              <a:rPr lang="pt-BR"/>
              <a:t>: Carrega e normaliza palavras (remove acentos)</a:t>
            </a:r>
          </a:p>
          <a:p>
            <a:pPr marL="457200" indent="-457200">
              <a:buFont typeface="+mj-lt"/>
              <a:buAutoNum type="arabicPeriod"/>
            </a:pPr>
            <a:r>
              <a:rPr lang="pt-BR" b="1" err="1"/>
              <a:t>GameEngine</a:t>
            </a:r>
            <a:r>
              <a:rPr lang="pt-BR"/>
              <a:t>: Gerencia estado do jogo e gera feedback</a:t>
            </a:r>
          </a:p>
          <a:p>
            <a:pPr marL="457200" indent="-457200">
              <a:buFont typeface="+mj-lt"/>
              <a:buAutoNum type="arabicPeriod"/>
            </a:pPr>
            <a:r>
              <a:rPr lang="pt-BR" b="1" err="1"/>
              <a:t>Constraints</a:t>
            </a:r>
            <a:r>
              <a:rPr lang="pt-BR"/>
              <a:t>: Armazena restrições (letras corretas, erradas, posições)</a:t>
            </a:r>
          </a:p>
          <a:p>
            <a:pPr marL="457200" indent="-457200">
              <a:buFont typeface="+mj-lt"/>
              <a:buAutoNum type="arabicPeriod"/>
            </a:pPr>
            <a:r>
              <a:rPr lang="pt-BR" b="1" err="1"/>
              <a:t>GraphModel</a:t>
            </a:r>
            <a:r>
              <a:rPr lang="pt-BR"/>
              <a:t>: Implementa grafo de palavras com BFS/DFS</a:t>
            </a:r>
          </a:p>
          <a:p>
            <a:pPr marL="457200" indent="-457200">
              <a:buFont typeface="+mj-lt"/>
              <a:buAutoNum type="arabicPeriod"/>
            </a:pPr>
            <a:r>
              <a:rPr lang="pt-BR" b="1"/>
              <a:t>Solver</a:t>
            </a:r>
            <a:r>
              <a:rPr lang="pt-BR"/>
              <a:t>: Algoritmos para filtrar candidatos e sugerir palavras</a:t>
            </a:r>
          </a:p>
          <a:p>
            <a:pPr marL="457200" indent="-457200">
              <a:buFont typeface="+mj-lt"/>
              <a:buAutoNum type="arabicPeriod"/>
            </a:pPr>
            <a:r>
              <a:rPr lang="pt-BR" b="1" err="1"/>
              <a:t>WordGraphleFrame</a:t>
            </a:r>
            <a:r>
              <a:rPr lang="pt-BR"/>
              <a:t>: Interface gráfica moderna</a:t>
            </a:r>
          </a:p>
          <a:p>
            <a:pPr marL="457200" indent="-457200">
              <a:buFont typeface="+mj-lt"/>
              <a:buAutoNum type="arabicPeriod"/>
            </a:pPr>
            <a:endParaRPr lang="pt-BR"/>
          </a:p>
        </p:txBody>
      </p:sp>
      <p:pic>
        <p:nvPicPr>
          <p:cNvPr id="4" name="Imagem 3" descr="Uma imagem contendo objeto, relógio, trem, monitor&#10;&#10;O conteúdo gerado por IA pode estar incorreto.">
            <a:extLst>
              <a:ext uri="{FF2B5EF4-FFF2-40B4-BE49-F238E27FC236}">
                <a16:creationId xmlns:a16="http://schemas.microsoft.com/office/drawing/2014/main" id="{FA614F1D-7C47-6848-F839-34F6789278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3298" y="6176963"/>
            <a:ext cx="579202" cy="59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846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54CFA0-E502-4D3A-9FE7-F49553F4D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8D7E30-B50A-4ADD-8244-B02C404B7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1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F2F7B7-A0AE-7D66-D45B-5B740742E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2" y="365125"/>
            <a:ext cx="2644746" cy="2842099"/>
          </a:xfrm>
        </p:spPr>
        <p:txBody>
          <a:bodyPr>
            <a:normAutofit/>
          </a:bodyPr>
          <a:lstStyle/>
          <a:p>
            <a:r>
              <a:rPr lang="pt-BR" sz="3600" b="1"/>
              <a:t>Algoritmos e Lógica</a:t>
            </a:r>
            <a:endParaRPr lang="pt-BR" sz="36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7D6887E-0D0C-441D-AAF6-B1E7D1219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429000"/>
            <a:ext cx="3047997" cy="3438071"/>
            <a:chOff x="0" y="3438071"/>
            <a:chExt cx="3047997" cy="3429000"/>
          </a:xfrm>
        </p:grpSpPr>
        <p:sp>
          <p:nvSpPr>
            <p:cNvPr id="17" name="Rectangle 12">
              <a:extLst>
                <a:ext uri="{FF2B5EF4-FFF2-40B4-BE49-F238E27FC236}">
                  <a16:creationId xmlns:a16="http://schemas.microsoft.com/office/drawing/2014/main" id="{7172EC78-01A4-4610-A4CC-20D362172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" y="3438071"/>
              <a:ext cx="3047991" cy="3429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3">
              <a:extLst>
                <a:ext uri="{FF2B5EF4-FFF2-40B4-BE49-F238E27FC236}">
                  <a16:creationId xmlns:a16="http://schemas.microsoft.com/office/drawing/2014/main" id="{CA3A9756-EBE7-453A-A0B3-2931AD3E7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438071"/>
              <a:ext cx="3047997" cy="342900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Espaço Reservado para Conteúdo 2">
            <a:extLst>
              <a:ext uri="{FF2B5EF4-FFF2-40B4-BE49-F238E27FC236}">
                <a16:creationId xmlns:a16="http://schemas.microsoft.com/office/drawing/2014/main" id="{95DFAF73-DD63-14A8-BB76-9478BAE29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3700" y="365125"/>
            <a:ext cx="8010099" cy="5811838"/>
          </a:xfrm>
        </p:spPr>
        <p:txBody>
          <a:bodyPr anchor="ctr">
            <a:normAutofit/>
          </a:bodyPr>
          <a:lstStyle/>
          <a:p>
            <a:r>
              <a:rPr lang="pt-BR" b="1"/>
              <a:t>Filtragem de Candidatos:</a:t>
            </a:r>
            <a:endParaRPr lang="pt-BR"/>
          </a:p>
          <a:p>
            <a:r>
              <a:rPr lang="pt-BR"/>
              <a:t>Elimina palavras que violam as restrições conhecidas</a:t>
            </a:r>
          </a:p>
          <a:p>
            <a:r>
              <a:rPr lang="pt-BR"/>
              <a:t>Aplica regras de posição e existência de letras</a:t>
            </a:r>
          </a:p>
          <a:p>
            <a:r>
              <a:rPr lang="pt-BR" b="1"/>
              <a:t>Sugestões Baseadas em Grafo:</a:t>
            </a:r>
            <a:endParaRPr lang="pt-BR"/>
          </a:p>
          <a:p>
            <a:r>
              <a:rPr lang="pt-BR" err="1"/>
              <a:t>suggestTopUsingGraph</a:t>
            </a:r>
            <a:r>
              <a:rPr lang="pt-BR"/>
              <a:t>(candidates, L, </a:t>
            </a:r>
            <a:r>
              <a:rPr lang="pt-BR" err="1"/>
              <a:t>graph</a:t>
            </a:r>
            <a:r>
              <a:rPr lang="pt-BR"/>
              <a:t>, K)</a:t>
            </a:r>
          </a:p>
          <a:p>
            <a:r>
              <a:rPr lang="pt-BR"/>
              <a:t>Calcula centralidade das palavras no grafo</a:t>
            </a:r>
          </a:p>
          <a:p>
            <a:r>
              <a:rPr lang="pt-BR"/>
              <a:t>Prioriza palavras com maior conectividade</a:t>
            </a:r>
          </a:p>
          <a:p>
            <a:r>
              <a:rPr lang="pt-BR"/>
              <a:t>Sugere top-K palavras mais prováveis</a:t>
            </a:r>
          </a:p>
          <a:p>
            <a:r>
              <a:rPr lang="pt-BR" b="1"/>
              <a:t>Complexidade:</a:t>
            </a:r>
            <a:r>
              <a:rPr lang="pt-BR"/>
              <a:t> O(n) para filtragem, O(n²) para análise de grafo</a:t>
            </a:r>
          </a:p>
          <a:p>
            <a:endParaRPr lang="pt-BR"/>
          </a:p>
        </p:txBody>
      </p:sp>
      <p:pic>
        <p:nvPicPr>
          <p:cNvPr id="4" name="Imagem 3" descr="Uma imagem contendo objeto, relógio, trem, monitor&#10;&#10;O conteúdo gerado por IA pode estar incorreto.">
            <a:extLst>
              <a:ext uri="{FF2B5EF4-FFF2-40B4-BE49-F238E27FC236}">
                <a16:creationId xmlns:a16="http://schemas.microsoft.com/office/drawing/2014/main" id="{84490F21-3222-5EC7-A427-C66018A9F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3298" y="6176963"/>
            <a:ext cx="579202" cy="59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7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C3F149-5949-DECB-286F-8C4AAD020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Fluxo do sistema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Espaço Reservado para Conteúdo 4" descr="Diagrama&#10;&#10;O conteúdo gerado por IA pode estar incorreto.">
            <a:extLst>
              <a:ext uri="{FF2B5EF4-FFF2-40B4-BE49-F238E27FC236}">
                <a16:creationId xmlns:a16="http://schemas.microsoft.com/office/drawing/2014/main" id="{CEF999A4-FE3D-C717-8C09-835E8FA43B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511" y="609600"/>
            <a:ext cx="7646185" cy="5562600"/>
          </a:xfrm>
          <a:prstGeom prst="rect">
            <a:avLst/>
          </a:prstGeom>
        </p:spPr>
      </p:pic>
      <p:pic>
        <p:nvPicPr>
          <p:cNvPr id="6" name="Imagem 5" descr="Uma imagem contendo objeto, relógio, trem, monitor&#10;&#10;O conteúdo gerado por IA pode estar incorreto.">
            <a:extLst>
              <a:ext uri="{FF2B5EF4-FFF2-40B4-BE49-F238E27FC236}">
                <a16:creationId xmlns:a16="http://schemas.microsoft.com/office/drawing/2014/main" id="{6528E57D-B0DA-FF19-4CC1-9E756C18FA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3298" y="6176963"/>
            <a:ext cx="579202" cy="59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451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4A6F82-21C0-57EE-AB0E-4F6228B6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/>
              <a:t>Interface do Usuário</a:t>
            </a:r>
            <a:endParaRPr lang="en-US" sz="320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Espaço Reservado para Conteúdo 4" descr="Diagrama&#10;&#10;O conteúdo gerado por IA pode estar incorreto.">
            <a:extLst>
              <a:ext uri="{FF2B5EF4-FFF2-40B4-BE49-F238E27FC236}">
                <a16:creationId xmlns:a16="http://schemas.microsoft.com/office/drawing/2014/main" id="{DD7E8349-D8AB-8FBB-6CD0-6301284CE1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516" y="1453397"/>
            <a:ext cx="7908176" cy="3875006"/>
          </a:xfrm>
          <a:prstGeom prst="rect">
            <a:avLst/>
          </a:prstGeom>
        </p:spPr>
      </p:pic>
      <p:pic>
        <p:nvPicPr>
          <p:cNvPr id="6" name="Imagem 5" descr="Uma imagem contendo objeto, relógio, trem, monitor&#10;&#10;O conteúdo gerado por IA pode estar incorreto.">
            <a:extLst>
              <a:ext uri="{FF2B5EF4-FFF2-40B4-BE49-F238E27FC236}">
                <a16:creationId xmlns:a16="http://schemas.microsoft.com/office/drawing/2014/main" id="{53E3A805-B989-E413-100C-20BA64BEAC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3298" y="6176963"/>
            <a:ext cx="579202" cy="59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195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7ADF9C-7729-43E0-B44E-3392C2BD0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64CE6C-E4DD-47B0-947A-FE4B1135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53542C-1579-7ACC-7C56-BE5929B53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252571" cy="2766449"/>
          </a:xfrm>
        </p:spPr>
        <p:txBody>
          <a:bodyPr>
            <a:normAutofit/>
          </a:bodyPr>
          <a:lstStyle/>
          <a:p>
            <a:r>
              <a:rPr lang="pt-BR" b="1" dirty="0"/>
              <a:t>Conclusões e Aprendizados</a:t>
            </a:r>
            <a:endParaRPr lang="pt-BR" dirty="0"/>
          </a:p>
        </p:txBody>
      </p:sp>
      <p:pic>
        <p:nvPicPr>
          <p:cNvPr id="5" name="Picture 4" descr="Lupa mostrando declínio de desempenho">
            <a:extLst>
              <a:ext uri="{FF2B5EF4-FFF2-40B4-BE49-F238E27FC236}">
                <a16:creationId xmlns:a16="http://schemas.microsoft.com/office/drawing/2014/main" id="{76F78E78-9C96-CE31-4E9D-626EBDD277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20" b="14510"/>
          <a:stretch>
            <a:fillRect/>
          </a:stretch>
        </p:blipFill>
        <p:spPr>
          <a:xfrm>
            <a:off x="20" y="3429000"/>
            <a:ext cx="6095978" cy="3429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800D0B-185B-1E10-AAC6-A3A188DFC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702" y="365125"/>
            <a:ext cx="4830097" cy="58118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pt-BR" sz="1400" b="1" dirty="0"/>
              <a:t>Objetivos Alcançados:</a:t>
            </a:r>
            <a:endParaRPr lang="pt-BR" sz="1400" dirty="0"/>
          </a:p>
          <a:p>
            <a:pPr>
              <a:lnSpc>
                <a:spcPct val="110000"/>
              </a:lnSpc>
            </a:pPr>
            <a:r>
              <a:rPr lang="pt-BR" sz="1400" dirty="0"/>
              <a:t>Implementação completa de estrutura de grafo</a:t>
            </a:r>
          </a:p>
          <a:p>
            <a:pPr>
              <a:lnSpc>
                <a:spcPct val="110000"/>
              </a:lnSpc>
            </a:pPr>
            <a:r>
              <a:rPr lang="pt-BR" sz="1400" dirty="0"/>
              <a:t>Aplicação prática de algoritmos de busca</a:t>
            </a:r>
          </a:p>
          <a:p>
            <a:pPr>
              <a:lnSpc>
                <a:spcPct val="110000"/>
              </a:lnSpc>
            </a:pPr>
            <a:r>
              <a:rPr lang="pt-BR" sz="1400" dirty="0"/>
              <a:t>Interface gráfica profissional</a:t>
            </a:r>
          </a:p>
          <a:p>
            <a:pPr>
              <a:lnSpc>
                <a:spcPct val="110000"/>
              </a:lnSpc>
            </a:pPr>
            <a:r>
              <a:rPr lang="pt-BR" sz="1400" dirty="0"/>
              <a:t>Sistema de sugestões inteligentes</a:t>
            </a:r>
          </a:p>
          <a:p>
            <a:pPr>
              <a:lnSpc>
                <a:spcPct val="110000"/>
              </a:lnSpc>
            </a:pPr>
            <a:r>
              <a:rPr lang="pt-BR" sz="1400" b="1" dirty="0"/>
              <a:t>Aprendizados:</a:t>
            </a:r>
            <a:endParaRPr lang="pt-BR" sz="1400" dirty="0"/>
          </a:p>
          <a:p>
            <a:pPr>
              <a:lnSpc>
                <a:spcPct val="110000"/>
              </a:lnSpc>
            </a:pPr>
            <a:r>
              <a:rPr lang="pt-BR" sz="1400" dirty="0"/>
              <a:t>Modelagem de problemas reais com grafos</a:t>
            </a:r>
          </a:p>
          <a:p>
            <a:pPr>
              <a:lnSpc>
                <a:spcPct val="110000"/>
              </a:lnSpc>
            </a:pPr>
            <a:r>
              <a:rPr lang="pt-BR" sz="1400" dirty="0"/>
              <a:t>Otimização de algoritmos para performance</a:t>
            </a:r>
          </a:p>
          <a:p>
            <a:pPr>
              <a:lnSpc>
                <a:spcPct val="110000"/>
              </a:lnSpc>
            </a:pPr>
            <a:r>
              <a:rPr lang="pt-BR" sz="1400" dirty="0"/>
              <a:t>Integração de estruturas de dados complexas</a:t>
            </a:r>
          </a:p>
          <a:p>
            <a:pPr>
              <a:lnSpc>
                <a:spcPct val="110000"/>
              </a:lnSpc>
            </a:pPr>
            <a:r>
              <a:rPr lang="pt-BR" sz="1400" dirty="0"/>
              <a:t>Design de interfaces de usuário</a:t>
            </a:r>
          </a:p>
          <a:p>
            <a:pPr>
              <a:lnSpc>
                <a:spcPct val="110000"/>
              </a:lnSpc>
            </a:pPr>
            <a:r>
              <a:rPr lang="pt-BR" sz="1400" b="1" dirty="0"/>
              <a:t>Possíveis Extensões:</a:t>
            </a:r>
            <a:endParaRPr lang="pt-BR" sz="1400" dirty="0"/>
          </a:p>
          <a:p>
            <a:pPr>
              <a:lnSpc>
                <a:spcPct val="110000"/>
              </a:lnSpc>
            </a:pPr>
            <a:r>
              <a:rPr lang="pt-BR" sz="1400" dirty="0"/>
              <a:t>Modo multiplayer</a:t>
            </a:r>
          </a:p>
          <a:p>
            <a:pPr>
              <a:lnSpc>
                <a:spcPct val="110000"/>
              </a:lnSpc>
            </a:pPr>
            <a:r>
              <a:rPr lang="pt-BR" sz="1400" dirty="0"/>
              <a:t>Diferentes tamanhos de palavras</a:t>
            </a:r>
          </a:p>
          <a:p>
            <a:pPr>
              <a:lnSpc>
                <a:spcPct val="110000"/>
              </a:lnSpc>
            </a:pPr>
            <a:r>
              <a:rPr lang="pt-BR" sz="1400" dirty="0"/>
              <a:t>Estatísticas de desempenho</a:t>
            </a:r>
          </a:p>
          <a:p>
            <a:pPr>
              <a:lnSpc>
                <a:spcPct val="110000"/>
              </a:lnSpc>
            </a:pPr>
            <a:r>
              <a:rPr lang="pt-BR" sz="1400" dirty="0"/>
              <a:t>Níveis de dificuldade</a:t>
            </a:r>
          </a:p>
          <a:p>
            <a:pPr>
              <a:lnSpc>
                <a:spcPct val="110000"/>
              </a:lnSpc>
            </a:pPr>
            <a:endParaRPr lang="pt-BR" sz="1400" dirty="0"/>
          </a:p>
        </p:txBody>
      </p:sp>
      <p:pic>
        <p:nvPicPr>
          <p:cNvPr id="4" name="Imagem 3" descr="Uma imagem contendo objeto, relógio, trem, monitor&#10;&#10;O conteúdo gerado por IA pode estar incorreto.">
            <a:extLst>
              <a:ext uri="{FF2B5EF4-FFF2-40B4-BE49-F238E27FC236}">
                <a16:creationId xmlns:a16="http://schemas.microsoft.com/office/drawing/2014/main" id="{046E61B7-F31C-E00E-023D-C9A710131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3298" y="6176963"/>
            <a:ext cx="579202" cy="59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223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7140C-FE28-A5CE-1CF7-EA6537FA31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Obrigado!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344692-B114-4119-40E4-BEBF863BAE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Github: https://github.com/FFCfelps1/Projeto-Semestral-Word-Graphle</a:t>
            </a:r>
          </a:p>
        </p:txBody>
      </p:sp>
      <p:pic>
        <p:nvPicPr>
          <p:cNvPr id="1026" name="Picture 2" descr="GitHub – Wikipédia, a enciclopédia livre">
            <a:extLst>
              <a:ext uri="{FF2B5EF4-FFF2-40B4-BE49-F238E27FC236}">
                <a16:creationId xmlns:a16="http://schemas.microsoft.com/office/drawing/2014/main" id="{24D262E7-209D-6918-DF5B-74CD2F40B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3344" y="3429000"/>
            <a:ext cx="876614" cy="87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 descr="Uma imagem contendo objeto, relógio, trem, monitor&#10;&#10;O conteúdo gerado por IA pode estar incorreto.">
            <a:extLst>
              <a:ext uri="{FF2B5EF4-FFF2-40B4-BE49-F238E27FC236}">
                <a16:creationId xmlns:a16="http://schemas.microsoft.com/office/drawing/2014/main" id="{19D8D751-424D-06BC-A76E-6C88A9ED0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3298" y="6176963"/>
            <a:ext cx="579202" cy="59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447805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440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Avenir Next LT Pro</vt:lpstr>
      <vt:lpstr>Bahnschrift</vt:lpstr>
      <vt:lpstr>MatrixVTI</vt:lpstr>
      <vt:lpstr>Word graphle</vt:lpstr>
      <vt:lpstr>O que é o WordGraphle? </vt:lpstr>
      <vt:lpstr>Arquitetura do Projeto</vt:lpstr>
      <vt:lpstr>Estrutura de Dados - Grafo</vt:lpstr>
      <vt:lpstr>Componentes Principais</vt:lpstr>
      <vt:lpstr>Algoritmos e Lógica</vt:lpstr>
      <vt:lpstr>Fluxo do sistema</vt:lpstr>
      <vt:lpstr>Interface do Usuário</vt:lpstr>
      <vt:lpstr>Conclusões e Aprendizados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FAZIO DA COSTA</dc:creator>
  <cp:lastModifiedBy>FELIPE FAZIO DA COSTA</cp:lastModifiedBy>
  <cp:revision>1</cp:revision>
  <dcterms:created xsi:type="dcterms:W3CDTF">2025-11-05T18:19:14Z</dcterms:created>
  <dcterms:modified xsi:type="dcterms:W3CDTF">2025-11-05T19:00:24Z</dcterms:modified>
</cp:coreProperties>
</file>